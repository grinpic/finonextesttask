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e93c2430f646b1" /><Relationship Type="http://schemas.openxmlformats.org/officeDocument/2006/relationships/extended-properties" Target="/docProps/app.xml" Id="R72733457c69c430c" /><Relationship Type="http://schemas.openxmlformats.org/officeDocument/2006/relationships/officeDocument" Target="/ppt/presentation.xml" Id="R31725b3eded145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d7bac5deef4621"/>
  </p:sldMasterIdLst>
  <p:notesMasterIdLst>
    <p:notesMasterId xmlns:r="http://schemas.openxmlformats.org/officeDocument/2006/relationships" r:id="R463c8ed6a19d41b8"/>
  </p:notesMasterIdLst>
  <p:sldIdLst>
    <p:sldId xmlns:r="http://schemas.openxmlformats.org/officeDocument/2006/relationships" id="256" r:id="R30ec5d32adec48f9"/>
    <p:sldId xmlns:r="http://schemas.openxmlformats.org/officeDocument/2006/relationships" id="257" r:id="R14e4adfa41d44788"/>
    <p:sldId xmlns:r="http://schemas.openxmlformats.org/officeDocument/2006/relationships" id="258" r:id="R8e672417d6b04b53"/>
    <p:sldId xmlns:r="http://schemas.openxmlformats.org/officeDocument/2006/relationships" id="259" r:id="R6ffc8c59a72447ee"/>
    <p:sldId xmlns:r="http://schemas.openxmlformats.org/officeDocument/2006/relationships" id="260" r:id="R96a588e3e76040d6"/>
    <p:sldId xmlns:r="http://schemas.openxmlformats.org/officeDocument/2006/relationships" id="261" r:id="R7fa983d65ac24e1b"/>
    <p:sldId xmlns:r="http://schemas.openxmlformats.org/officeDocument/2006/relationships" id="262" r:id="Rcb994402b6d445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8a9439cdd24381" /><Relationship Type="http://schemas.openxmlformats.org/officeDocument/2006/relationships/slideMaster" Target="/ppt/slideMasters/slideMaster1.xml" Id="R0dd7bac5deef4621" /><Relationship Type="http://schemas.openxmlformats.org/officeDocument/2006/relationships/notesMaster" Target="/ppt/notesMasters/notesMaster1.xml" Id="R463c8ed6a19d41b8" /><Relationship Type="http://schemas.openxmlformats.org/officeDocument/2006/relationships/presProps" Target="/ppt/presProps.xml" Id="R81c16412c4974f91" /><Relationship Type="http://schemas.openxmlformats.org/officeDocument/2006/relationships/tableStyles" Target="/ppt/tableStyles.xml" Id="Rf6a4de9d5bf543e5" /><Relationship Type="http://schemas.openxmlformats.org/officeDocument/2006/relationships/slide" Target="/ppt/slides/slide1.xml" Id="R30ec5d32adec48f9" /><Relationship Type="http://schemas.openxmlformats.org/officeDocument/2006/relationships/slide" Target="/ppt/slides/slide2.xml" Id="R14e4adfa41d44788" /><Relationship Type="http://schemas.openxmlformats.org/officeDocument/2006/relationships/slide" Target="/ppt/slides/slide3.xml" Id="R8e672417d6b04b53" /><Relationship Type="http://schemas.openxmlformats.org/officeDocument/2006/relationships/slide" Target="/ppt/slides/slide4.xml" Id="R6ffc8c59a72447ee" /><Relationship Type="http://schemas.openxmlformats.org/officeDocument/2006/relationships/slide" Target="/ppt/slides/slide5.xml" Id="R96a588e3e76040d6" /><Relationship Type="http://schemas.openxmlformats.org/officeDocument/2006/relationships/slide" Target="/ppt/slides/slide6.xml" Id="R7fa983d65ac24e1b" /><Relationship Type="http://schemas.openxmlformats.org/officeDocument/2006/relationships/slide" Target="/ppt/slides/slide7.xml" Id="Rcb994402b6d445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c68c3b35074f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889d0401b24e50" /><Relationship Type="http://schemas.openxmlformats.org/officeDocument/2006/relationships/notesMaster" Target="/ppt/notesMasters/notesMaster1.xml" Id="Rbacad2ab2fda44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6bbccea4fa4b83" /><Relationship Type="http://schemas.openxmlformats.org/officeDocument/2006/relationships/notesMaster" Target="/ppt/notesMasters/notesMaster1.xml" Id="Rf3d67fe7dcc943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5828ae65374c1e" /><Relationship Type="http://schemas.openxmlformats.org/officeDocument/2006/relationships/notesMaster" Target="/ppt/notesMasters/notesMaster1.xml" Id="R8f8ff245051545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a8254b76f74545" /><Relationship Type="http://schemas.openxmlformats.org/officeDocument/2006/relationships/notesMaster" Target="/ppt/notesMasters/notesMaster1.xml" Id="R08616eda69e24b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25633a7e164529" /><Relationship Type="http://schemas.openxmlformats.org/officeDocument/2006/relationships/notesMaster" Target="/ppt/notesMasters/notesMaster1.xml" Id="Re92ace4275504b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9e5c3e61954238" /><Relationship Type="http://schemas.openxmlformats.org/officeDocument/2006/relationships/notesMaster" Target="/ppt/notesMasters/notesMaster1.xml" Id="R4d195e1eef614b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3f6f20c8544794" /><Relationship Type="http://schemas.openxmlformats.org/officeDocument/2006/relationships/notesMaster" Target="/ppt/notesMasters/notesMaster1.xml" Id="R838874ad32534c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4e2f100b1742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2969c807384b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b7978ed184e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a97cfe5dd141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1214081a9424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754f04f15149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3B5EE6-3B96-49D7-A72F-2BC93BD1FE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7B02386-0D48-44B4-A3D9-A6AE8EB489E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5983FB3-705E-48F4-94EF-E7C5CC4EF3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321E02-BCFA-42DE-A937-02FC159605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CB985C7-5EBE-427B-9111-39CBD44981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02B5C5C-5B9A-4F86-85A1-C76BF0A49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5B5A60-853C-4842-A121-D1965B4CA0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D48EC72-63C7-4B1D-933B-9961F1D841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75A7CF-F7E7-4769-8C59-C4885DD21C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135240-0792-4207-A023-E64944867B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577e740d724ec9" /><Relationship Type="http://schemas.openxmlformats.org/officeDocument/2006/relationships/slideLayout" Target="/ppt/slideLayouts/slideLayout1.xml" Id="R6fe8c754ef684bfa" /><Relationship Type="http://schemas.openxmlformats.org/officeDocument/2006/relationships/slideLayout" Target="/ppt/slideLayouts/slideLayout2.xml" Id="Rd5aff2ab72e24e7f" /><Relationship Type="http://schemas.openxmlformats.org/officeDocument/2006/relationships/slideLayout" Target="/ppt/slideLayouts/slideLayout3.xml" Id="Radce8a3fb3aa4aa4" /><Relationship Type="http://schemas.openxmlformats.org/officeDocument/2006/relationships/slideLayout" Target="/ppt/slideLayouts/slideLayout4.xml" Id="R07c077b74f764f6f" /><Relationship Type="http://schemas.openxmlformats.org/officeDocument/2006/relationships/slideLayout" Target="/ppt/slideLayouts/slideLayout5.xml" Id="R1fed983f232b4d99" /><Relationship Type="http://schemas.openxmlformats.org/officeDocument/2006/relationships/slideLayout" Target="/ppt/slideLayouts/slideLayout6.xml" Id="R62ec0012173b46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e8c754ef684bfa"/>
    <p:sldLayoutId xmlns:r="http://schemas.openxmlformats.org/officeDocument/2006/relationships" id="2147483650" r:id="Rd5aff2ab72e24e7f"/>
    <p:sldLayoutId xmlns:r="http://schemas.openxmlformats.org/officeDocument/2006/relationships" id="2147483651" r:id="Radce8a3fb3aa4aa4"/>
    <p:sldLayoutId xmlns:r="http://schemas.openxmlformats.org/officeDocument/2006/relationships" id="2147483652" r:id="R07c077b74f764f6f"/>
    <p:sldLayoutId xmlns:r="http://schemas.openxmlformats.org/officeDocument/2006/relationships" id="2147483653" r:id="R1fed983f232b4d99"/>
    <p:sldLayoutId xmlns:r="http://schemas.openxmlformats.org/officeDocument/2006/relationships" id="2147483654" r:id="R62ec0012173b46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1d767566744cb1" /><Relationship Type="http://schemas.openxmlformats.org/officeDocument/2006/relationships/notesSlide" Target="/ppt/notesSlides/notesSlide1.xml" Id="Ra2ee51234ccb4b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c002d444c3476b" /><Relationship Type="http://schemas.openxmlformats.org/officeDocument/2006/relationships/notesSlide" Target="/ppt/notesSlides/notesSlide2.xml" Id="Rb37d6243378f40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cfce9079ab44e7" /><Relationship Type="http://schemas.openxmlformats.org/officeDocument/2006/relationships/notesSlide" Target="/ppt/notesSlides/notesSlide3.xml" Id="R55394931914e49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8834a6b126417c" /><Relationship Type="http://schemas.openxmlformats.org/officeDocument/2006/relationships/notesSlide" Target="/ppt/notesSlides/notesSlide4.xml" Id="R546447039ca04e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b342c69b3a44e6" /><Relationship Type="http://schemas.openxmlformats.org/officeDocument/2006/relationships/notesSlide" Target="/ppt/notesSlides/notesSlide5.xml" Id="R8cf5dc2c2d2a4c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7e72e23fba4a2e" /><Relationship Type="http://schemas.openxmlformats.org/officeDocument/2006/relationships/notesSlide" Target="/ppt/notesSlides/notesSlide6.xml" Id="R692f80ed5a5b44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7f389016d141e7" /><Relationship Type="http://schemas.openxmlformats.org/officeDocument/2006/relationships/notesSlide" Target="/ppt/notesSlides/notesSlide7.xml" Id="Rbf4a9a2f3f8647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4D8768-209D-4885-AADD-C091FE38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43D"/>
                </a:solidFill>
              </a:defRPr>
            </a:defPPr>
            <a:lvl1pPr>
              <a:defRPr sz="3150" b="1">
                <a:solidFill>
                  <a:srgbClr val="11243D"/>
                </a:solidFill>
              </a:defRPr>
            </a:lvl1pPr>
            <a:lvl2pPr>
              <a:defRPr sz="3150" b="1">
                <a:solidFill>
                  <a:srgbClr val="11243D"/>
                </a:solidFill>
              </a:defRPr>
            </a:lvl2pPr>
            <a:lvl3pPr>
              <a:defRPr sz="3150" b="1">
                <a:solidFill>
                  <a:srgbClr val="11243D"/>
                </a:solidFill>
              </a:defRPr>
            </a:lvl3pPr>
            <a:lvl4pPr>
              <a:defRPr sz="3150" b="1">
                <a:solidFill>
                  <a:srgbClr val="11243D"/>
                </a:solidFill>
              </a:defRPr>
            </a:lvl4pPr>
            <a:lvl5pPr>
              <a:defRPr sz="3150" b="1">
                <a:solidFill>
                  <a:srgbClr val="11243D"/>
                </a:solidFill>
              </a:defRPr>
            </a:lvl5pPr>
            <a:lvl6pPr>
              <a:defRPr sz="3150" b="1">
                <a:solidFill>
                  <a:srgbClr val="11243D"/>
                </a:solidFill>
              </a:defRPr>
            </a:lvl6pPr>
            <a:lvl7pPr>
              <a:defRPr sz="3150" b="1">
                <a:solidFill>
                  <a:srgbClr val="11243D"/>
                </a:solidFill>
              </a:defRPr>
            </a:lvl7pPr>
            <a:lvl8pPr>
              <a:defRPr sz="3150" b="1">
                <a:solidFill>
                  <a:srgbClr val="11243D"/>
                </a:solidFill>
              </a:defRPr>
            </a:lvl8pPr>
            <a:lvl9pPr>
              <a:defRPr sz="3150" b="1">
                <a:solidFill>
                  <a:srgbClr val="11243D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1243D"/>
                </a:solidFill>
              </a:defRPr>
            </a:pPr>
            <a:r>
              <a:rPr sz="3150" b="1">
                <a:solidFill>
                  <a:srgbClr val="11243D"/>
                </a:solidFill>
              </a:rPr>
              <a:t>Мобильная автоматизация 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E4BC0-6B11-43E1-9785-16A7D394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D"/>
                </a:solidFill>
              </a:defRPr>
            </a:defPPr>
            <a:lvl1pPr>
              <a:defRPr sz="1725" b="0">
                <a:solidFill>
                  <a:srgbClr val="52657D"/>
                </a:solidFill>
              </a:defRPr>
            </a:lvl1pPr>
            <a:lvl2pPr>
              <a:defRPr sz="1725" b="0">
                <a:solidFill>
                  <a:srgbClr val="52657D"/>
                </a:solidFill>
              </a:defRPr>
            </a:lvl2pPr>
            <a:lvl3pPr>
              <a:defRPr sz="1725" b="0">
                <a:solidFill>
                  <a:srgbClr val="52657D"/>
                </a:solidFill>
              </a:defRPr>
            </a:lvl3pPr>
            <a:lvl4pPr>
              <a:defRPr sz="1725" b="0">
                <a:solidFill>
                  <a:srgbClr val="52657D"/>
                </a:solidFill>
              </a:defRPr>
            </a:lvl4pPr>
            <a:lvl5pPr>
              <a:defRPr sz="1725" b="0">
                <a:solidFill>
                  <a:srgbClr val="52657D"/>
                </a:solidFill>
              </a:defRPr>
            </a:lvl5pPr>
            <a:lvl6pPr>
              <a:defRPr sz="1725" b="0">
                <a:solidFill>
                  <a:srgbClr val="52657D"/>
                </a:solidFill>
              </a:defRPr>
            </a:lvl6pPr>
            <a:lvl7pPr>
              <a:defRPr sz="1725" b="0">
                <a:solidFill>
                  <a:srgbClr val="52657D"/>
                </a:solidFill>
              </a:defRPr>
            </a:lvl7pPr>
            <a:lvl8pPr>
              <a:defRPr sz="1725" b="0">
                <a:solidFill>
                  <a:srgbClr val="52657D"/>
                </a:solidFill>
              </a:defRPr>
            </a:lvl8pPr>
            <a:lvl9pPr>
              <a:defRPr sz="1725" b="0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57D"/>
                </a:solidFill>
              </a:defRPr>
            </a:pPr>
            <a:r>
              <a:rPr sz="1725" b="0">
                <a:solidFill>
                  <a:srgbClr val="52657D"/>
                </a:solidFill>
              </a:rPr>
              <a:t>Проект для Swag Labs 2.7.1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09A28-0328-41BF-864E-16D15056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F79"/>
                </a:solidFill>
              </a:defRPr>
            </a:defPPr>
            <a:lvl1pPr>
              <a:defRPr sz="2025" b="1">
                <a:solidFill>
                  <a:srgbClr val="006F79"/>
                </a:solidFill>
              </a:defRPr>
            </a:lvl1pPr>
            <a:lvl2pPr>
              <a:defRPr sz="2025" b="1">
                <a:solidFill>
                  <a:srgbClr val="006F79"/>
                </a:solidFill>
              </a:defRPr>
            </a:lvl2pPr>
            <a:lvl3pPr>
              <a:defRPr sz="2025" b="1">
                <a:solidFill>
                  <a:srgbClr val="006F79"/>
                </a:solidFill>
              </a:defRPr>
            </a:lvl3pPr>
            <a:lvl4pPr>
              <a:defRPr sz="2025" b="1">
                <a:solidFill>
                  <a:srgbClr val="006F79"/>
                </a:solidFill>
              </a:defRPr>
            </a:lvl4pPr>
            <a:lvl5pPr>
              <a:defRPr sz="2025" b="1">
                <a:solidFill>
                  <a:srgbClr val="006F79"/>
                </a:solidFill>
              </a:defRPr>
            </a:lvl5pPr>
            <a:lvl6pPr>
              <a:defRPr sz="2025" b="1">
                <a:solidFill>
                  <a:srgbClr val="006F79"/>
                </a:solidFill>
              </a:defRPr>
            </a:lvl6pPr>
            <a:lvl7pPr>
              <a:defRPr sz="2025" b="1">
                <a:solidFill>
                  <a:srgbClr val="006F79"/>
                </a:solidFill>
              </a:defRPr>
            </a:lvl7pPr>
            <a:lvl8pPr>
              <a:defRPr sz="2025" b="1">
                <a:solidFill>
                  <a:srgbClr val="006F79"/>
                </a:solidFill>
              </a:defRPr>
            </a:lvl8pPr>
            <a:lvl9pPr>
              <a:defRPr sz="2025" b="1">
                <a:solidFill>
                  <a:srgbClr val="006F79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F79"/>
                </a:solidFill>
              </a:defRPr>
            </a:pPr>
            <a:r>
              <a:rPr sz="2025" b="1">
                <a:solidFill>
                  <a:srgbClr val="006F79"/>
                </a:solidFill>
              </a:rPr>
              <a:t>Объём задания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BD80D-110D-411E-84C6-0CE012E6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23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24A"/>
                </a:solidFill>
              </a:defRPr>
            </a:defPPr>
            <a:lvl1pPr>
              <a:defRPr sz="1875" b="0">
                <a:solidFill>
                  <a:srgbClr val="21324A"/>
                </a:solidFill>
              </a:defRPr>
            </a:lvl1pPr>
            <a:lvl2pPr>
              <a:defRPr sz="1875" b="0">
                <a:solidFill>
                  <a:srgbClr val="21324A"/>
                </a:solidFill>
              </a:defRPr>
            </a:lvl2pPr>
            <a:lvl3pPr>
              <a:defRPr sz="1875" b="0">
                <a:solidFill>
                  <a:srgbClr val="21324A"/>
                </a:solidFill>
              </a:defRPr>
            </a:lvl3pPr>
            <a:lvl4pPr>
              <a:defRPr sz="1875" b="0">
                <a:solidFill>
                  <a:srgbClr val="21324A"/>
                </a:solidFill>
              </a:defRPr>
            </a:lvl4pPr>
            <a:lvl5pPr>
              <a:defRPr sz="1875" b="0">
                <a:solidFill>
                  <a:srgbClr val="21324A"/>
                </a:solidFill>
              </a:defRPr>
            </a:lvl5pPr>
            <a:lvl6pPr>
              <a:defRPr sz="1875" b="0">
                <a:solidFill>
                  <a:srgbClr val="21324A"/>
                </a:solidFill>
              </a:defRPr>
            </a:lvl6pPr>
            <a:lvl7pPr>
              <a:defRPr sz="1875" b="0">
                <a:solidFill>
                  <a:srgbClr val="21324A"/>
                </a:solidFill>
              </a:defRPr>
            </a:lvl7pPr>
            <a:lvl8pPr>
              <a:defRPr sz="1875" b="0">
                <a:solidFill>
                  <a:srgbClr val="21324A"/>
                </a:solidFill>
              </a:defRPr>
            </a:lvl8pPr>
            <a:lvl9pPr>
              <a:defRPr sz="1875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3 UI-сценария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Сортировка, очистка холста, поворот экрана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3 реальных устройства BrowserStack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9 успешных сочетаний устройства и теста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AFB41-52CD-474E-A74F-CB60C6EC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57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F79"/>
                </a:solidFill>
              </a:defRPr>
            </a:defPPr>
            <a:lvl1pPr>
              <a:defRPr sz="2025" b="1">
                <a:solidFill>
                  <a:srgbClr val="006F79"/>
                </a:solidFill>
              </a:defRPr>
            </a:lvl1pPr>
            <a:lvl2pPr>
              <a:defRPr sz="2025" b="1">
                <a:solidFill>
                  <a:srgbClr val="006F79"/>
                </a:solidFill>
              </a:defRPr>
            </a:lvl2pPr>
            <a:lvl3pPr>
              <a:defRPr sz="2025" b="1">
                <a:solidFill>
                  <a:srgbClr val="006F79"/>
                </a:solidFill>
              </a:defRPr>
            </a:lvl3pPr>
            <a:lvl4pPr>
              <a:defRPr sz="2025" b="1">
                <a:solidFill>
                  <a:srgbClr val="006F79"/>
                </a:solidFill>
              </a:defRPr>
            </a:lvl4pPr>
            <a:lvl5pPr>
              <a:defRPr sz="2025" b="1">
                <a:solidFill>
                  <a:srgbClr val="006F79"/>
                </a:solidFill>
              </a:defRPr>
            </a:lvl5pPr>
            <a:lvl6pPr>
              <a:defRPr sz="2025" b="1">
                <a:solidFill>
                  <a:srgbClr val="006F79"/>
                </a:solidFill>
              </a:defRPr>
            </a:lvl6pPr>
            <a:lvl7pPr>
              <a:defRPr sz="2025" b="1">
                <a:solidFill>
                  <a:srgbClr val="006F79"/>
                </a:solidFill>
              </a:defRPr>
            </a:lvl7pPr>
            <a:lvl8pPr>
              <a:defRPr sz="2025" b="1">
                <a:solidFill>
                  <a:srgbClr val="006F79"/>
                </a:solidFill>
              </a:defRPr>
            </a:lvl8pPr>
            <a:lvl9pPr>
              <a:defRPr sz="2025" b="1">
                <a:solidFill>
                  <a:srgbClr val="006F79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F79"/>
                </a:solidFill>
              </a:defRPr>
            </a:pPr>
            <a:r>
              <a:rPr sz="2025" b="1">
                <a:solidFill>
                  <a:srgbClr val="006F79"/>
                </a:solidFill>
              </a:rPr>
              <a:t>Подход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0E8AE-F1FE-4D76-814A-BEF0B52F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28875"/>
            <a:ext cx="523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24A"/>
                </a:solidFill>
              </a:defRPr>
            </a:defPPr>
            <a:lvl1pPr>
              <a:defRPr sz="1875" b="0">
                <a:solidFill>
                  <a:srgbClr val="21324A"/>
                </a:solidFill>
              </a:defRPr>
            </a:lvl1pPr>
            <a:lvl2pPr>
              <a:defRPr sz="1875" b="0">
                <a:solidFill>
                  <a:srgbClr val="21324A"/>
                </a:solidFill>
              </a:defRPr>
            </a:lvl2pPr>
            <a:lvl3pPr>
              <a:defRPr sz="1875" b="0">
                <a:solidFill>
                  <a:srgbClr val="21324A"/>
                </a:solidFill>
              </a:defRPr>
            </a:lvl3pPr>
            <a:lvl4pPr>
              <a:defRPr sz="1875" b="0">
                <a:solidFill>
                  <a:srgbClr val="21324A"/>
                </a:solidFill>
              </a:defRPr>
            </a:lvl4pPr>
            <a:lvl5pPr>
              <a:defRPr sz="1875" b="0">
                <a:solidFill>
                  <a:srgbClr val="21324A"/>
                </a:solidFill>
              </a:defRPr>
            </a:lvl5pPr>
            <a:lvl6pPr>
              <a:defRPr sz="1875" b="0">
                <a:solidFill>
                  <a:srgbClr val="21324A"/>
                </a:solidFill>
              </a:defRPr>
            </a:lvl6pPr>
            <a:lvl7pPr>
              <a:defRPr sz="1875" b="0">
                <a:solidFill>
                  <a:srgbClr val="21324A"/>
                </a:solidFill>
              </a:defRPr>
            </a:lvl7pPr>
            <a:lvl8pPr>
              <a:defRPr sz="1875" b="0">
                <a:solidFill>
                  <a:srgbClr val="21324A"/>
                </a:solidFill>
              </a:defRPr>
            </a:lvl8pPr>
            <a:lvl9pPr>
              <a:defRPr sz="1875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TypeScript + Appium + Mocha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Паттерн Screen Object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Локальная отладка на Simulator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Проверка на реальных iPhone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59BA8-F3A9-4120-AD67-03FC2F27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D"/>
                </a:solidFill>
              </a:defRPr>
            </a:defPPr>
            <a:lvl1pPr>
              <a:defRPr sz="1350" b="0">
                <a:solidFill>
                  <a:srgbClr val="52657D"/>
                </a:solidFill>
              </a:defRPr>
            </a:lvl1pPr>
            <a:lvl2pPr>
              <a:defRPr sz="1350" b="0">
                <a:solidFill>
                  <a:srgbClr val="52657D"/>
                </a:solidFill>
              </a:defRPr>
            </a:lvl2pPr>
            <a:lvl3pPr>
              <a:defRPr sz="1350" b="0">
                <a:solidFill>
                  <a:srgbClr val="52657D"/>
                </a:solidFill>
              </a:defRPr>
            </a:lvl3pPr>
            <a:lvl4pPr>
              <a:defRPr sz="1350" b="0">
                <a:solidFill>
                  <a:srgbClr val="52657D"/>
                </a:solidFill>
              </a:defRPr>
            </a:lvl4pPr>
            <a:lvl5pPr>
              <a:defRPr sz="1350" b="0">
                <a:solidFill>
                  <a:srgbClr val="52657D"/>
                </a:solidFill>
              </a:defRPr>
            </a:lvl5pPr>
            <a:lvl6pPr>
              <a:defRPr sz="1350" b="0">
                <a:solidFill>
                  <a:srgbClr val="52657D"/>
                </a:solidFill>
              </a:defRPr>
            </a:lvl6pPr>
            <a:lvl7pPr>
              <a:defRPr sz="1350" b="0">
                <a:solidFill>
                  <a:srgbClr val="52657D"/>
                </a:solidFill>
              </a:defRPr>
            </a:lvl7pPr>
            <a:lvl8pPr>
              <a:defRPr sz="1350" b="0">
                <a:solidFill>
                  <a:srgbClr val="52657D"/>
                </a:solidFill>
              </a:defRPr>
            </a:lvl8pPr>
            <a:lvl9pPr>
              <a:defRPr sz="1350" b="0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Успешные результаты собраны из нескольких запусков после исправлений.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0B3AF-4C4B-4201-8C2F-8E880C8B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1324A"/>
                </a:solidFill>
              </a:defRPr>
            </a:defPPr>
            <a:lvl1pPr>
              <a:defRPr sz="1350" b="0">
                <a:solidFill>
                  <a:srgbClr val="21324A"/>
                </a:solidFill>
              </a:defRPr>
            </a:lvl1pPr>
            <a:lvl2pPr>
              <a:defRPr sz="1350" b="0">
                <a:solidFill>
                  <a:srgbClr val="21324A"/>
                </a:solidFill>
              </a:defRPr>
            </a:lvl2pPr>
            <a:lvl3pPr>
              <a:defRPr sz="1350" b="0">
                <a:solidFill>
                  <a:srgbClr val="21324A"/>
                </a:solidFill>
              </a:defRPr>
            </a:lvl3pPr>
            <a:lvl4pPr>
              <a:defRPr sz="1350" b="0">
                <a:solidFill>
                  <a:srgbClr val="21324A"/>
                </a:solidFill>
              </a:defRPr>
            </a:lvl4pPr>
            <a:lvl5pPr>
              <a:defRPr sz="1350" b="0">
                <a:solidFill>
                  <a:srgbClr val="21324A"/>
                </a:solidFill>
              </a:defRPr>
            </a:lvl5pPr>
            <a:lvl6pPr>
              <a:defRPr sz="1350" b="0">
                <a:solidFill>
                  <a:srgbClr val="21324A"/>
                </a:solidFill>
              </a:defRPr>
            </a:lvl6pPr>
            <a:lvl7pPr>
              <a:defRPr sz="1350" b="0">
                <a:solidFill>
                  <a:srgbClr val="21324A"/>
                </a:solidFill>
              </a:defRPr>
            </a:lvl7pPr>
            <a:lvl8pPr>
              <a:defRPr sz="1350" b="0">
                <a:solidFill>
                  <a:srgbClr val="21324A"/>
                </a:solidFill>
              </a:defRPr>
            </a:lvl8pPr>
            <a:lvl9pPr>
              <a:defRPr sz="1350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1324A"/>
                </a:solidFill>
              </a:defRPr>
            </a:pPr>
            <a:r>
              <a:rPr sz="1350" b="0">
                <a:solidFill>
                  <a:srgbClr val="21324A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372203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754EF-A83F-40C9-ABBE-8517CE86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43D"/>
                </a:solidFill>
              </a:defRPr>
            </a:defPPr>
            <a:lvl1pPr>
              <a:defRPr sz="3150" b="1">
                <a:solidFill>
                  <a:srgbClr val="11243D"/>
                </a:solidFill>
              </a:defRPr>
            </a:lvl1pPr>
            <a:lvl2pPr>
              <a:defRPr sz="3150" b="1">
                <a:solidFill>
                  <a:srgbClr val="11243D"/>
                </a:solidFill>
              </a:defRPr>
            </a:lvl2pPr>
            <a:lvl3pPr>
              <a:defRPr sz="3150" b="1">
                <a:solidFill>
                  <a:srgbClr val="11243D"/>
                </a:solidFill>
              </a:defRPr>
            </a:lvl3pPr>
            <a:lvl4pPr>
              <a:defRPr sz="3150" b="1">
                <a:solidFill>
                  <a:srgbClr val="11243D"/>
                </a:solidFill>
              </a:defRPr>
            </a:lvl4pPr>
            <a:lvl5pPr>
              <a:defRPr sz="3150" b="1">
                <a:solidFill>
                  <a:srgbClr val="11243D"/>
                </a:solidFill>
              </a:defRPr>
            </a:lvl5pPr>
            <a:lvl6pPr>
              <a:defRPr sz="3150" b="1">
                <a:solidFill>
                  <a:srgbClr val="11243D"/>
                </a:solidFill>
              </a:defRPr>
            </a:lvl6pPr>
            <a:lvl7pPr>
              <a:defRPr sz="3150" b="1">
                <a:solidFill>
                  <a:srgbClr val="11243D"/>
                </a:solidFill>
              </a:defRPr>
            </a:lvl7pPr>
            <a:lvl8pPr>
              <a:defRPr sz="3150" b="1">
                <a:solidFill>
                  <a:srgbClr val="11243D"/>
                </a:solidFill>
              </a:defRPr>
            </a:lvl8pPr>
            <a:lvl9pPr>
              <a:defRPr sz="3150" b="1">
                <a:solidFill>
                  <a:srgbClr val="11243D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1243D"/>
                </a:solidFill>
              </a:defRPr>
            </a:pPr>
            <a:r>
              <a:rPr sz="3150" b="1">
                <a:solidFill>
                  <a:srgbClr val="11243D"/>
                </a:solidFill>
              </a:rPr>
              <a:t>Стек и ответственность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647DA-8843-4C77-BEAD-D3C5684C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D"/>
                </a:solidFill>
              </a:defRPr>
            </a:defPPr>
            <a:lvl1pPr>
              <a:defRPr sz="1725" b="0">
                <a:solidFill>
                  <a:srgbClr val="52657D"/>
                </a:solidFill>
              </a:defRPr>
            </a:lvl1pPr>
            <a:lvl2pPr>
              <a:defRPr sz="1725" b="0">
                <a:solidFill>
                  <a:srgbClr val="52657D"/>
                </a:solidFill>
              </a:defRPr>
            </a:lvl2pPr>
            <a:lvl3pPr>
              <a:defRPr sz="1725" b="0">
                <a:solidFill>
                  <a:srgbClr val="52657D"/>
                </a:solidFill>
              </a:defRPr>
            </a:lvl3pPr>
            <a:lvl4pPr>
              <a:defRPr sz="1725" b="0">
                <a:solidFill>
                  <a:srgbClr val="52657D"/>
                </a:solidFill>
              </a:defRPr>
            </a:lvl4pPr>
            <a:lvl5pPr>
              <a:defRPr sz="1725" b="0">
                <a:solidFill>
                  <a:srgbClr val="52657D"/>
                </a:solidFill>
              </a:defRPr>
            </a:lvl5pPr>
            <a:lvl6pPr>
              <a:defRPr sz="1725" b="0">
                <a:solidFill>
                  <a:srgbClr val="52657D"/>
                </a:solidFill>
              </a:defRPr>
            </a:lvl6pPr>
            <a:lvl7pPr>
              <a:defRPr sz="1725" b="0">
                <a:solidFill>
                  <a:srgbClr val="52657D"/>
                </a:solidFill>
              </a:defRPr>
            </a:lvl7pPr>
            <a:lvl8pPr>
              <a:defRPr sz="1725" b="0">
                <a:solidFill>
                  <a:srgbClr val="52657D"/>
                </a:solidFill>
              </a:defRPr>
            </a:lvl8pPr>
            <a:lvl9pPr>
              <a:defRPr sz="1725" b="0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57D"/>
                </a:solidFill>
              </a:defRPr>
            </a:pPr>
            <a:r>
              <a:rPr sz="1725" b="0">
                <a:solidFill>
                  <a:srgbClr val="52657D"/>
                </a:solidFill>
              </a:rPr>
              <a:t>Требуемые технологии и вспомогательные инструменты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F2864-D65E-4180-B423-D0BEEEE1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F79"/>
                </a:solidFill>
              </a:defRPr>
            </a:defPPr>
            <a:lvl1pPr>
              <a:defRPr sz="2025" b="1">
                <a:solidFill>
                  <a:srgbClr val="006F79"/>
                </a:solidFill>
              </a:defRPr>
            </a:lvl1pPr>
            <a:lvl2pPr>
              <a:defRPr sz="2025" b="1">
                <a:solidFill>
                  <a:srgbClr val="006F79"/>
                </a:solidFill>
              </a:defRPr>
            </a:lvl2pPr>
            <a:lvl3pPr>
              <a:defRPr sz="2025" b="1">
                <a:solidFill>
                  <a:srgbClr val="006F79"/>
                </a:solidFill>
              </a:defRPr>
            </a:lvl3pPr>
            <a:lvl4pPr>
              <a:defRPr sz="2025" b="1">
                <a:solidFill>
                  <a:srgbClr val="006F79"/>
                </a:solidFill>
              </a:defRPr>
            </a:lvl4pPr>
            <a:lvl5pPr>
              <a:defRPr sz="2025" b="1">
                <a:solidFill>
                  <a:srgbClr val="006F79"/>
                </a:solidFill>
              </a:defRPr>
            </a:lvl5pPr>
            <a:lvl6pPr>
              <a:defRPr sz="2025" b="1">
                <a:solidFill>
                  <a:srgbClr val="006F79"/>
                </a:solidFill>
              </a:defRPr>
            </a:lvl6pPr>
            <a:lvl7pPr>
              <a:defRPr sz="2025" b="1">
                <a:solidFill>
                  <a:srgbClr val="006F79"/>
                </a:solidFill>
              </a:defRPr>
            </a:lvl7pPr>
            <a:lvl8pPr>
              <a:defRPr sz="2025" b="1">
                <a:solidFill>
                  <a:srgbClr val="006F79"/>
                </a:solidFill>
              </a:defRPr>
            </a:lvl8pPr>
            <a:lvl9pPr>
              <a:defRPr sz="2025" b="1">
                <a:solidFill>
                  <a:srgbClr val="006F79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F79"/>
                </a:solidFill>
              </a:defRPr>
            </a:pPr>
            <a:r>
              <a:rPr sz="2025" b="1">
                <a:solidFill>
                  <a:srgbClr val="006F79"/>
                </a:solidFill>
              </a:rPr>
              <a:t>Выполнение тестов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9BC4B-A566-4D92-AB14-B281FA61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23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24A"/>
                </a:solidFill>
              </a:defRPr>
            </a:defPPr>
            <a:lvl1pPr>
              <a:defRPr sz="1875" b="0">
                <a:solidFill>
                  <a:srgbClr val="21324A"/>
                </a:solidFill>
              </a:defRPr>
            </a:lvl1pPr>
            <a:lvl2pPr>
              <a:defRPr sz="1875" b="0">
                <a:solidFill>
                  <a:srgbClr val="21324A"/>
                </a:solidFill>
              </a:defRPr>
            </a:lvl2pPr>
            <a:lvl3pPr>
              <a:defRPr sz="1875" b="0">
                <a:solidFill>
                  <a:srgbClr val="21324A"/>
                </a:solidFill>
              </a:defRPr>
            </a:lvl3pPr>
            <a:lvl4pPr>
              <a:defRPr sz="1875" b="0">
                <a:solidFill>
                  <a:srgbClr val="21324A"/>
                </a:solidFill>
              </a:defRPr>
            </a:lvl4pPr>
            <a:lvl5pPr>
              <a:defRPr sz="1875" b="0">
                <a:solidFill>
                  <a:srgbClr val="21324A"/>
                </a:solidFill>
              </a:defRPr>
            </a:lvl5pPr>
            <a:lvl6pPr>
              <a:defRPr sz="1875" b="0">
                <a:solidFill>
                  <a:srgbClr val="21324A"/>
                </a:solidFill>
              </a:defRPr>
            </a:lvl6pPr>
            <a:lvl7pPr>
              <a:defRPr sz="1875" b="0">
                <a:solidFill>
                  <a:srgbClr val="21324A"/>
                </a:solidFill>
              </a:defRPr>
            </a:lvl7pPr>
            <a:lvl8pPr>
              <a:defRPr sz="1875" b="0">
                <a:solidFill>
                  <a:srgbClr val="21324A"/>
                </a:solidFill>
              </a:defRPr>
            </a:lvl8pPr>
            <a:lvl9pPr>
              <a:defRPr sz="1875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TypeScript: типы и код проекта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Mocha: сценарии и lifecycle hooks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WebdriverIO: runner и WebDriver-клиент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Appium: управление устройством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XCUITest driver / WDA: выполнение на 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05E69-8A91-4D49-909F-85B62011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57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F79"/>
                </a:solidFill>
              </a:defRPr>
            </a:defPPr>
            <a:lvl1pPr>
              <a:defRPr sz="2025" b="1">
                <a:solidFill>
                  <a:srgbClr val="006F79"/>
                </a:solidFill>
              </a:defRPr>
            </a:lvl1pPr>
            <a:lvl2pPr>
              <a:defRPr sz="2025" b="1">
                <a:solidFill>
                  <a:srgbClr val="006F79"/>
                </a:solidFill>
              </a:defRPr>
            </a:lvl2pPr>
            <a:lvl3pPr>
              <a:defRPr sz="2025" b="1">
                <a:solidFill>
                  <a:srgbClr val="006F79"/>
                </a:solidFill>
              </a:defRPr>
            </a:lvl3pPr>
            <a:lvl4pPr>
              <a:defRPr sz="2025" b="1">
                <a:solidFill>
                  <a:srgbClr val="006F79"/>
                </a:solidFill>
              </a:defRPr>
            </a:lvl4pPr>
            <a:lvl5pPr>
              <a:defRPr sz="2025" b="1">
                <a:solidFill>
                  <a:srgbClr val="006F79"/>
                </a:solidFill>
              </a:defRPr>
            </a:lvl5pPr>
            <a:lvl6pPr>
              <a:defRPr sz="2025" b="1">
                <a:solidFill>
                  <a:srgbClr val="006F79"/>
                </a:solidFill>
              </a:defRPr>
            </a:lvl6pPr>
            <a:lvl7pPr>
              <a:defRPr sz="2025" b="1">
                <a:solidFill>
                  <a:srgbClr val="006F79"/>
                </a:solidFill>
              </a:defRPr>
            </a:lvl7pPr>
            <a:lvl8pPr>
              <a:defRPr sz="2025" b="1">
                <a:solidFill>
                  <a:srgbClr val="006F79"/>
                </a:solidFill>
              </a:defRPr>
            </a:lvl8pPr>
            <a:lvl9pPr>
              <a:defRPr sz="2025" b="1">
                <a:solidFill>
                  <a:srgbClr val="006F79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F79"/>
                </a:solidFill>
              </a:defRPr>
            </a:pPr>
            <a:r>
              <a:rPr sz="2025" b="1">
                <a:solidFill>
                  <a:srgbClr val="006F79"/>
                </a:solidFill>
              </a:rPr>
              <a:t>Проверки и инфраструктура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B0254-3C99-4F99-8A1D-6D8061F2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28875"/>
            <a:ext cx="523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24A"/>
                </a:solidFill>
              </a:defRPr>
            </a:defPPr>
            <a:lvl1pPr>
              <a:defRPr sz="1875" b="0">
                <a:solidFill>
                  <a:srgbClr val="21324A"/>
                </a:solidFill>
              </a:defRPr>
            </a:lvl1pPr>
            <a:lvl2pPr>
              <a:defRPr sz="1875" b="0">
                <a:solidFill>
                  <a:srgbClr val="21324A"/>
                </a:solidFill>
              </a:defRPr>
            </a:lvl2pPr>
            <a:lvl3pPr>
              <a:defRPr sz="1875" b="0">
                <a:solidFill>
                  <a:srgbClr val="21324A"/>
                </a:solidFill>
              </a:defRPr>
            </a:lvl3pPr>
            <a:lvl4pPr>
              <a:defRPr sz="1875" b="0">
                <a:solidFill>
                  <a:srgbClr val="21324A"/>
                </a:solidFill>
              </a:defRPr>
            </a:lvl4pPr>
            <a:lvl5pPr>
              <a:defRPr sz="1875" b="0">
                <a:solidFill>
                  <a:srgbClr val="21324A"/>
                </a:solidFill>
              </a:defRPr>
            </a:lvl5pPr>
            <a:lvl6pPr>
              <a:defRPr sz="1875" b="0">
                <a:solidFill>
                  <a:srgbClr val="21324A"/>
                </a:solidFill>
              </a:defRPr>
            </a:lvl6pPr>
            <a:lvl7pPr>
              <a:defRPr sz="1875" b="0">
                <a:solidFill>
                  <a:srgbClr val="21324A"/>
                </a:solidFill>
              </a:defRPr>
            </a:lvl7pPr>
            <a:lvl8pPr>
              <a:defRPr sz="1875" b="0">
                <a:solidFill>
                  <a:srgbClr val="21324A"/>
                </a:solidFill>
              </a:defRPr>
            </a:lvl8pPr>
            <a:lvl9pPr>
              <a:defRPr sz="1875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node:assert: ключевые утверждения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pngjs: сравнение области холста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BrowserStack: устройства, логи и видео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Simulator: локальная отладка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Unit-тесты: дополнительная проверка обработки PNG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814789-860A-4B3B-9B20-63A73ADC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D"/>
                </a:solidFill>
              </a:defRPr>
            </a:defPPr>
            <a:lvl1pPr>
              <a:defRPr sz="1350" b="0">
                <a:solidFill>
                  <a:srgbClr val="52657D"/>
                </a:solidFill>
              </a:defRPr>
            </a:lvl1pPr>
            <a:lvl2pPr>
              <a:defRPr sz="1350" b="0">
                <a:solidFill>
                  <a:srgbClr val="52657D"/>
                </a:solidFill>
              </a:defRPr>
            </a:lvl2pPr>
            <a:lvl3pPr>
              <a:defRPr sz="1350" b="0">
                <a:solidFill>
                  <a:srgbClr val="52657D"/>
                </a:solidFill>
              </a:defRPr>
            </a:lvl3pPr>
            <a:lvl4pPr>
              <a:defRPr sz="1350" b="0">
                <a:solidFill>
                  <a:srgbClr val="52657D"/>
                </a:solidFill>
              </a:defRPr>
            </a:lvl4pPr>
            <a:lvl5pPr>
              <a:defRPr sz="1350" b="0">
                <a:solidFill>
                  <a:srgbClr val="52657D"/>
                </a:solidFill>
              </a:defRPr>
            </a:lvl5pPr>
            <a:lvl6pPr>
              <a:defRPr sz="1350" b="0">
                <a:solidFill>
                  <a:srgbClr val="52657D"/>
                </a:solidFill>
              </a:defRPr>
            </a:lvl6pPr>
            <a:lvl7pPr>
              <a:defRPr sz="1350" b="0">
                <a:solidFill>
                  <a:srgbClr val="52657D"/>
                </a:solidFill>
              </a:defRPr>
            </a:lvl7pPr>
            <a:lvl8pPr>
              <a:defRPr sz="1350" b="0">
                <a:solidFill>
                  <a:srgbClr val="52657D"/>
                </a:solidFill>
              </a:defRPr>
            </a:lvl8pPr>
            <a:lvl9pPr>
              <a:defRPr sz="1350" b="0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Unit-тесты не требуются заданием и не заменяют мобильные сценарии.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C6F1F-5414-4445-8325-EF20E3F1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1324A"/>
                </a:solidFill>
              </a:defRPr>
            </a:defPPr>
            <a:lvl1pPr>
              <a:defRPr sz="1350" b="0">
                <a:solidFill>
                  <a:srgbClr val="21324A"/>
                </a:solidFill>
              </a:defRPr>
            </a:lvl1pPr>
            <a:lvl2pPr>
              <a:defRPr sz="1350" b="0">
                <a:solidFill>
                  <a:srgbClr val="21324A"/>
                </a:solidFill>
              </a:defRPr>
            </a:lvl2pPr>
            <a:lvl3pPr>
              <a:defRPr sz="1350" b="0">
                <a:solidFill>
                  <a:srgbClr val="21324A"/>
                </a:solidFill>
              </a:defRPr>
            </a:lvl3pPr>
            <a:lvl4pPr>
              <a:defRPr sz="1350" b="0">
                <a:solidFill>
                  <a:srgbClr val="21324A"/>
                </a:solidFill>
              </a:defRPr>
            </a:lvl4pPr>
            <a:lvl5pPr>
              <a:defRPr sz="1350" b="0">
                <a:solidFill>
                  <a:srgbClr val="21324A"/>
                </a:solidFill>
              </a:defRPr>
            </a:lvl5pPr>
            <a:lvl6pPr>
              <a:defRPr sz="1350" b="0">
                <a:solidFill>
                  <a:srgbClr val="21324A"/>
                </a:solidFill>
              </a:defRPr>
            </a:lvl6pPr>
            <a:lvl7pPr>
              <a:defRPr sz="1350" b="0">
                <a:solidFill>
                  <a:srgbClr val="21324A"/>
                </a:solidFill>
              </a:defRPr>
            </a:lvl7pPr>
            <a:lvl8pPr>
              <a:defRPr sz="1350" b="0">
                <a:solidFill>
                  <a:srgbClr val="21324A"/>
                </a:solidFill>
              </a:defRPr>
            </a:lvl8pPr>
            <a:lvl9pPr>
              <a:defRPr sz="1350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1324A"/>
                </a:solidFill>
              </a:defRPr>
            </a:pPr>
            <a:r>
              <a:rPr sz="1350" b="0">
                <a:solidFill>
                  <a:srgbClr val="21324A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07963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EB133-A439-4156-8B31-3104E82A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43D"/>
                </a:solidFill>
              </a:defRPr>
            </a:defPPr>
            <a:lvl1pPr>
              <a:defRPr sz="3150" b="1">
                <a:solidFill>
                  <a:srgbClr val="11243D"/>
                </a:solidFill>
              </a:defRPr>
            </a:lvl1pPr>
            <a:lvl2pPr>
              <a:defRPr sz="3150" b="1">
                <a:solidFill>
                  <a:srgbClr val="11243D"/>
                </a:solidFill>
              </a:defRPr>
            </a:lvl2pPr>
            <a:lvl3pPr>
              <a:defRPr sz="3150" b="1">
                <a:solidFill>
                  <a:srgbClr val="11243D"/>
                </a:solidFill>
              </a:defRPr>
            </a:lvl3pPr>
            <a:lvl4pPr>
              <a:defRPr sz="3150" b="1">
                <a:solidFill>
                  <a:srgbClr val="11243D"/>
                </a:solidFill>
              </a:defRPr>
            </a:lvl4pPr>
            <a:lvl5pPr>
              <a:defRPr sz="3150" b="1">
                <a:solidFill>
                  <a:srgbClr val="11243D"/>
                </a:solidFill>
              </a:defRPr>
            </a:lvl5pPr>
            <a:lvl6pPr>
              <a:defRPr sz="3150" b="1">
                <a:solidFill>
                  <a:srgbClr val="11243D"/>
                </a:solidFill>
              </a:defRPr>
            </a:lvl6pPr>
            <a:lvl7pPr>
              <a:defRPr sz="3150" b="1">
                <a:solidFill>
                  <a:srgbClr val="11243D"/>
                </a:solidFill>
              </a:defRPr>
            </a:lvl7pPr>
            <a:lvl8pPr>
              <a:defRPr sz="3150" b="1">
                <a:solidFill>
                  <a:srgbClr val="11243D"/>
                </a:solidFill>
              </a:defRPr>
            </a:lvl8pPr>
            <a:lvl9pPr>
              <a:defRPr sz="3150" b="1">
                <a:solidFill>
                  <a:srgbClr val="11243D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1243D"/>
                </a:solidFill>
              </a:defRPr>
            </a:pPr>
            <a:r>
              <a:rPr sz="3150" b="1">
                <a:solidFill>
                  <a:srgbClr val="11243D"/>
                </a:solidFill>
              </a:rPr>
              <a:t>Структура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825E1B-3BC3-4078-A889-94413927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D"/>
                </a:solidFill>
              </a:defRPr>
            </a:defPPr>
            <a:lvl1pPr>
              <a:defRPr sz="1725" b="0">
                <a:solidFill>
                  <a:srgbClr val="52657D"/>
                </a:solidFill>
              </a:defRPr>
            </a:lvl1pPr>
            <a:lvl2pPr>
              <a:defRPr sz="1725" b="0">
                <a:solidFill>
                  <a:srgbClr val="52657D"/>
                </a:solidFill>
              </a:defRPr>
            </a:lvl2pPr>
            <a:lvl3pPr>
              <a:defRPr sz="1725" b="0">
                <a:solidFill>
                  <a:srgbClr val="52657D"/>
                </a:solidFill>
              </a:defRPr>
            </a:lvl3pPr>
            <a:lvl4pPr>
              <a:defRPr sz="1725" b="0">
                <a:solidFill>
                  <a:srgbClr val="52657D"/>
                </a:solidFill>
              </a:defRPr>
            </a:lvl4pPr>
            <a:lvl5pPr>
              <a:defRPr sz="1725" b="0">
                <a:solidFill>
                  <a:srgbClr val="52657D"/>
                </a:solidFill>
              </a:defRPr>
            </a:lvl5pPr>
            <a:lvl6pPr>
              <a:defRPr sz="1725" b="0">
                <a:solidFill>
                  <a:srgbClr val="52657D"/>
                </a:solidFill>
              </a:defRPr>
            </a:lvl6pPr>
            <a:lvl7pPr>
              <a:defRPr sz="1725" b="0">
                <a:solidFill>
                  <a:srgbClr val="52657D"/>
                </a:solidFill>
              </a:defRPr>
            </a:lvl7pPr>
            <a:lvl8pPr>
              <a:defRPr sz="1725" b="0">
                <a:solidFill>
                  <a:srgbClr val="52657D"/>
                </a:solidFill>
              </a:defRPr>
            </a:lvl8pPr>
            <a:lvl9pPr>
              <a:defRPr sz="1725" b="0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57D"/>
                </a:solidFill>
              </a:defRPr>
            </a:pPr>
            <a:r>
              <a:rPr sz="1725" b="0">
                <a:solidFill>
                  <a:srgbClr val="52657D"/>
                </a:solidFill>
              </a:rPr>
              <a:t>Screen Object отделяет сценарий от управления интерфейсом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03DB2-1E78-4A7C-B646-AEF6D7C2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F79"/>
                </a:solidFill>
              </a:defRPr>
            </a:defPPr>
            <a:lvl1pPr>
              <a:defRPr sz="2025" b="1">
                <a:solidFill>
                  <a:srgbClr val="006F79"/>
                </a:solidFill>
              </a:defRPr>
            </a:lvl1pPr>
            <a:lvl2pPr>
              <a:defRPr sz="2025" b="1">
                <a:solidFill>
                  <a:srgbClr val="006F79"/>
                </a:solidFill>
              </a:defRPr>
            </a:lvl2pPr>
            <a:lvl3pPr>
              <a:defRPr sz="2025" b="1">
                <a:solidFill>
                  <a:srgbClr val="006F79"/>
                </a:solidFill>
              </a:defRPr>
            </a:lvl3pPr>
            <a:lvl4pPr>
              <a:defRPr sz="2025" b="1">
                <a:solidFill>
                  <a:srgbClr val="006F79"/>
                </a:solidFill>
              </a:defRPr>
            </a:lvl4pPr>
            <a:lvl5pPr>
              <a:defRPr sz="2025" b="1">
                <a:solidFill>
                  <a:srgbClr val="006F79"/>
                </a:solidFill>
              </a:defRPr>
            </a:lvl5pPr>
            <a:lvl6pPr>
              <a:defRPr sz="2025" b="1">
                <a:solidFill>
                  <a:srgbClr val="006F79"/>
                </a:solidFill>
              </a:defRPr>
            </a:lvl6pPr>
            <a:lvl7pPr>
              <a:defRPr sz="2025" b="1">
                <a:solidFill>
                  <a:srgbClr val="006F79"/>
                </a:solidFill>
              </a:defRPr>
            </a:lvl7pPr>
            <a:lvl8pPr>
              <a:defRPr sz="2025" b="1">
                <a:solidFill>
                  <a:srgbClr val="006F79"/>
                </a:solidFill>
              </a:defRPr>
            </a:lvl8pPr>
            <a:lvl9pPr>
              <a:defRPr sz="2025" b="1">
                <a:solidFill>
                  <a:srgbClr val="006F79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F79"/>
                </a:solidFill>
              </a:defRPr>
            </a:pPr>
            <a:r>
              <a:rPr sz="2025" b="1">
                <a:solidFill>
                  <a:srgbClr val="006F79"/>
                </a:solidFill>
              </a:rPr>
              <a:t>Тесты и интерфейс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22219-730F-46AB-BA99-D0B58591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23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24A"/>
                </a:solidFill>
              </a:defRPr>
            </a:defPPr>
            <a:lvl1pPr>
              <a:defRPr sz="1875" b="0">
                <a:solidFill>
                  <a:srgbClr val="21324A"/>
                </a:solidFill>
              </a:defRPr>
            </a:lvl1pPr>
            <a:lvl2pPr>
              <a:defRPr sz="1875" b="0">
                <a:solidFill>
                  <a:srgbClr val="21324A"/>
                </a:solidFill>
              </a:defRPr>
            </a:lvl2pPr>
            <a:lvl3pPr>
              <a:defRPr sz="1875" b="0">
                <a:solidFill>
                  <a:srgbClr val="21324A"/>
                </a:solidFill>
              </a:defRPr>
            </a:lvl3pPr>
            <a:lvl4pPr>
              <a:defRPr sz="1875" b="0">
                <a:solidFill>
                  <a:srgbClr val="21324A"/>
                </a:solidFill>
              </a:defRPr>
            </a:lvl4pPr>
            <a:lvl5pPr>
              <a:defRPr sz="1875" b="0">
                <a:solidFill>
                  <a:srgbClr val="21324A"/>
                </a:solidFill>
              </a:defRPr>
            </a:lvl5pPr>
            <a:lvl6pPr>
              <a:defRPr sz="1875" b="0">
                <a:solidFill>
                  <a:srgbClr val="21324A"/>
                </a:solidFill>
              </a:defRPr>
            </a:lvl6pPr>
            <a:lvl7pPr>
              <a:defRPr sz="1875" b="0">
                <a:solidFill>
                  <a:srgbClr val="21324A"/>
                </a:solidFill>
              </a:defRPr>
            </a:lvl7pPr>
            <a:lvl8pPr>
              <a:defRPr sz="1875" b="0">
                <a:solidFill>
                  <a:srgbClr val="21324A"/>
                </a:solidFill>
              </a:defRPr>
            </a:lvl8pPr>
            <a:lvl9pPr>
              <a:defRPr sz="1875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tests/specs/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Шаги сценария и ключевые assertions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tests/screens/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Login, Products, Drawing, About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Локаторы, действия и ожидания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tests/components/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Общее боковое меню SideMenu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806DC-A18F-44E6-99E4-C2260487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57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F79"/>
                </a:solidFill>
              </a:defRPr>
            </a:defPPr>
            <a:lvl1pPr>
              <a:defRPr sz="2025" b="1">
                <a:solidFill>
                  <a:srgbClr val="006F79"/>
                </a:solidFill>
              </a:defRPr>
            </a:lvl1pPr>
            <a:lvl2pPr>
              <a:defRPr sz="2025" b="1">
                <a:solidFill>
                  <a:srgbClr val="006F79"/>
                </a:solidFill>
              </a:defRPr>
            </a:lvl2pPr>
            <a:lvl3pPr>
              <a:defRPr sz="2025" b="1">
                <a:solidFill>
                  <a:srgbClr val="006F79"/>
                </a:solidFill>
              </a:defRPr>
            </a:lvl3pPr>
            <a:lvl4pPr>
              <a:defRPr sz="2025" b="1">
                <a:solidFill>
                  <a:srgbClr val="006F79"/>
                </a:solidFill>
              </a:defRPr>
            </a:lvl4pPr>
            <a:lvl5pPr>
              <a:defRPr sz="2025" b="1">
                <a:solidFill>
                  <a:srgbClr val="006F79"/>
                </a:solidFill>
              </a:defRPr>
            </a:lvl5pPr>
            <a:lvl6pPr>
              <a:defRPr sz="2025" b="1">
                <a:solidFill>
                  <a:srgbClr val="006F79"/>
                </a:solidFill>
              </a:defRPr>
            </a:lvl6pPr>
            <a:lvl7pPr>
              <a:defRPr sz="2025" b="1">
                <a:solidFill>
                  <a:srgbClr val="006F79"/>
                </a:solidFill>
              </a:defRPr>
            </a:lvl7pPr>
            <a:lvl8pPr>
              <a:defRPr sz="2025" b="1">
                <a:solidFill>
                  <a:srgbClr val="006F79"/>
                </a:solidFill>
              </a:defRPr>
            </a:lvl8pPr>
            <a:lvl9pPr>
              <a:defRPr sz="2025" b="1">
                <a:solidFill>
                  <a:srgbClr val="006F79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F79"/>
                </a:solidFill>
              </a:defRPr>
            </a:pPr>
            <a:r>
              <a:rPr sz="2025" b="1">
                <a:solidFill>
                  <a:srgbClr val="006F79"/>
                </a:solidFill>
              </a:rPr>
              <a:t>Конфигурация и поддержка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A571E-E30F-4220-BC5E-5F18074F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28875"/>
            <a:ext cx="523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24A"/>
                </a:solidFill>
              </a:defRPr>
            </a:defPPr>
            <a:lvl1pPr>
              <a:defRPr sz="1875" b="0">
                <a:solidFill>
                  <a:srgbClr val="21324A"/>
                </a:solidFill>
              </a:defRPr>
            </a:lvl1pPr>
            <a:lvl2pPr>
              <a:defRPr sz="1875" b="0">
                <a:solidFill>
                  <a:srgbClr val="21324A"/>
                </a:solidFill>
              </a:defRPr>
            </a:lvl2pPr>
            <a:lvl3pPr>
              <a:defRPr sz="1875" b="0">
                <a:solidFill>
                  <a:srgbClr val="21324A"/>
                </a:solidFill>
              </a:defRPr>
            </a:lvl3pPr>
            <a:lvl4pPr>
              <a:defRPr sz="1875" b="0">
                <a:solidFill>
                  <a:srgbClr val="21324A"/>
                </a:solidFill>
              </a:defRPr>
            </a:lvl4pPr>
            <a:lvl5pPr>
              <a:defRPr sz="1875" b="0">
                <a:solidFill>
                  <a:srgbClr val="21324A"/>
                </a:solidFill>
              </a:defRPr>
            </a:lvl5pPr>
            <a:lvl6pPr>
              <a:defRPr sz="1875" b="0">
                <a:solidFill>
                  <a:srgbClr val="21324A"/>
                </a:solidFill>
              </a:defRPr>
            </a:lvl6pPr>
            <a:lvl7pPr>
              <a:defRPr sz="1875" b="0">
                <a:solidFill>
                  <a:srgbClr val="21324A"/>
                </a:solidFill>
              </a:defRPr>
            </a:lvl7pPr>
            <a:lvl8pPr>
              <a:defRPr sz="1875" b="0">
                <a:solidFill>
                  <a:srgbClr val="21324A"/>
                </a:solidFill>
              </a:defRPr>
            </a:lvl8pPr>
            <a:lvl9pPr>
              <a:defRPr sz="1875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config/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Общие настройки, Simulator и BrowserStack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Матрица устройств и переменные окружения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tests/support/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Цены, изображения, артефакты и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docs/ и scripts/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Инструкции и выгрузка результатов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DB995-1D2E-47C0-B215-E6AA7970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D"/>
                </a:solidFill>
              </a:defRPr>
            </a:defPPr>
            <a:lvl1pPr>
              <a:defRPr sz="1350" b="0">
                <a:solidFill>
                  <a:srgbClr val="52657D"/>
                </a:solidFill>
              </a:defRPr>
            </a:lvl1pPr>
            <a:lvl2pPr>
              <a:defRPr sz="1350" b="0">
                <a:solidFill>
                  <a:srgbClr val="52657D"/>
                </a:solidFill>
              </a:defRPr>
            </a:lvl2pPr>
            <a:lvl3pPr>
              <a:defRPr sz="1350" b="0">
                <a:solidFill>
                  <a:srgbClr val="52657D"/>
                </a:solidFill>
              </a:defRPr>
            </a:lvl3pPr>
            <a:lvl4pPr>
              <a:defRPr sz="1350" b="0">
                <a:solidFill>
                  <a:srgbClr val="52657D"/>
                </a:solidFill>
              </a:defRPr>
            </a:lvl4pPr>
            <a:lvl5pPr>
              <a:defRPr sz="1350" b="0">
                <a:solidFill>
                  <a:srgbClr val="52657D"/>
                </a:solidFill>
              </a:defRPr>
            </a:lvl5pPr>
            <a:lvl6pPr>
              <a:defRPr sz="1350" b="0">
                <a:solidFill>
                  <a:srgbClr val="52657D"/>
                </a:solidFill>
              </a:defRPr>
            </a:lvl6pPr>
            <a:lvl7pPr>
              <a:defRPr sz="1350" b="0">
                <a:solidFill>
                  <a:srgbClr val="52657D"/>
                </a:solidFill>
              </a:defRPr>
            </a:lvl7pPr>
            <a:lvl8pPr>
              <a:defRPr sz="1350" b="0">
                <a:solidFill>
                  <a:srgbClr val="52657D"/>
                </a:solidFill>
              </a:defRPr>
            </a:lvl8pPr>
            <a:lvl9pPr>
              <a:defRPr sz="1350" b="0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Новый экран добавляется отдельным Screen Object. Секреты хранятся в игнорируемом .env.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CBFC6-AD3D-4434-B177-27B7676A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1324A"/>
                </a:solidFill>
              </a:defRPr>
            </a:defPPr>
            <a:lvl1pPr>
              <a:defRPr sz="1350" b="0">
                <a:solidFill>
                  <a:srgbClr val="21324A"/>
                </a:solidFill>
              </a:defRPr>
            </a:lvl1pPr>
            <a:lvl2pPr>
              <a:defRPr sz="1350" b="0">
                <a:solidFill>
                  <a:srgbClr val="21324A"/>
                </a:solidFill>
              </a:defRPr>
            </a:lvl2pPr>
            <a:lvl3pPr>
              <a:defRPr sz="1350" b="0">
                <a:solidFill>
                  <a:srgbClr val="21324A"/>
                </a:solidFill>
              </a:defRPr>
            </a:lvl3pPr>
            <a:lvl4pPr>
              <a:defRPr sz="1350" b="0">
                <a:solidFill>
                  <a:srgbClr val="21324A"/>
                </a:solidFill>
              </a:defRPr>
            </a:lvl4pPr>
            <a:lvl5pPr>
              <a:defRPr sz="1350" b="0">
                <a:solidFill>
                  <a:srgbClr val="21324A"/>
                </a:solidFill>
              </a:defRPr>
            </a:lvl5pPr>
            <a:lvl6pPr>
              <a:defRPr sz="1350" b="0">
                <a:solidFill>
                  <a:srgbClr val="21324A"/>
                </a:solidFill>
              </a:defRPr>
            </a:lvl6pPr>
            <a:lvl7pPr>
              <a:defRPr sz="1350" b="0">
                <a:solidFill>
                  <a:srgbClr val="21324A"/>
                </a:solidFill>
              </a:defRPr>
            </a:lvl7pPr>
            <a:lvl8pPr>
              <a:defRPr sz="1350" b="0">
                <a:solidFill>
                  <a:srgbClr val="21324A"/>
                </a:solidFill>
              </a:defRPr>
            </a:lvl8pPr>
            <a:lvl9pPr>
              <a:defRPr sz="1350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1324A"/>
                </a:solidFill>
              </a:defRPr>
            </a:pPr>
            <a:r>
              <a:rPr sz="1350" b="0">
                <a:solidFill>
                  <a:srgbClr val="21324A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90665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6F02E-19DF-4AF0-B211-49D9F8B9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43D"/>
                </a:solidFill>
              </a:defRPr>
            </a:defPPr>
            <a:lvl1pPr>
              <a:defRPr sz="3150" b="1">
                <a:solidFill>
                  <a:srgbClr val="11243D"/>
                </a:solidFill>
              </a:defRPr>
            </a:lvl1pPr>
            <a:lvl2pPr>
              <a:defRPr sz="3150" b="1">
                <a:solidFill>
                  <a:srgbClr val="11243D"/>
                </a:solidFill>
              </a:defRPr>
            </a:lvl2pPr>
            <a:lvl3pPr>
              <a:defRPr sz="3150" b="1">
                <a:solidFill>
                  <a:srgbClr val="11243D"/>
                </a:solidFill>
              </a:defRPr>
            </a:lvl3pPr>
            <a:lvl4pPr>
              <a:defRPr sz="3150" b="1">
                <a:solidFill>
                  <a:srgbClr val="11243D"/>
                </a:solidFill>
              </a:defRPr>
            </a:lvl4pPr>
            <a:lvl5pPr>
              <a:defRPr sz="3150" b="1">
                <a:solidFill>
                  <a:srgbClr val="11243D"/>
                </a:solidFill>
              </a:defRPr>
            </a:lvl5pPr>
            <a:lvl6pPr>
              <a:defRPr sz="3150" b="1">
                <a:solidFill>
                  <a:srgbClr val="11243D"/>
                </a:solidFill>
              </a:defRPr>
            </a:lvl6pPr>
            <a:lvl7pPr>
              <a:defRPr sz="3150" b="1">
                <a:solidFill>
                  <a:srgbClr val="11243D"/>
                </a:solidFill>
              </a:defRPr>
            </a:lvl7pPr>
            <a:lvl8pPr>
              <a:defRPr sz="3150" b="1">
                <a:solidFill>
                  <a:srgbClr val="11243D"/>
                </a:solidFill>
              </a:defRPr>
            </a:lvl8pPr>
            <a:lvl9pPr>
              <a:defRPr sz="3150" b="1">
                <a:solidFill>
                  <a:srgbClr val="11243D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1243D"/>
                </a:solidFill>
              </a:defRPr>
            </a:pPr>
            <a:r>
              <a:rPr sz="3150" b="1">
                <a:solidFill>
                  <a:srgbClr val="11243D"/>
                </a:solidFill>
              </a:rPr>
              <a:t>Тест 1. Сортировка по цене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6DB86-C5BD-499B-8CAF-A8DB4429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D"/>
                </a:solidFill>
              </a:defRPr>
            </a:defPPr>
            <a:lvl1pPr>
              <a:defRPr sz="1725" b="0">
                <a:solidFill>
                  <a:srgbClr val="52657D"/>
                </a:solidFill>
              </a:defRPr>
            </a:lvl1pPr>
            <a:lvl2pPr>
              <a:defRPr sz="1725" b="0">
                <a:solidFill>
                  <a:srgbClr val="52657D"/>
                </a:solidFill>
              </a:defRPr>
            </a:lvl2pPr>
            <a:lvl3pPr>
              <a:defRPr sz="1725" b="0">
                <a:solidFill>
                  <a:srgbClr val="52657D"/>
                </a:solidFill>
              </a:defRPr>
            </a:lvl3pPr>
            <a:lvl4pPr>
              <a:defRPr sz="1725" b="0">
                <a:solidFill>
                  <a:srgbClr val="52657D"/>
                </a:solidFill>
              </a:defRPr>
            </a:lvl4pPr>
            <a:lvl5pPr>
              <a:defRPr sz="1725" b="0">
                <a:solidFill>
                  <a:srgbClr val="52657D"/>
                </a:solidFill>
              </a:defRPr>
            </a:lvl5pPr>
            <a:lvl6pPr>
              <a:defRPr sz="1725" b="0">
                <a:solidFill>
                  <a:srgbClr val="52657D"/>
                </a:solidFill>
              </a:defRPr>
            </a:lvl6pPr>
            <a:lvl7pPr>
              <a:defRPr sz="1725" b="0">
                <a:solidFill>
                  <a:srgbClr val="52657D"/>
                </a:solidFill>
              </a:defRPr>
            </a:lvl7pPr>
            <a:lvl8pPr>
              <a:defRPr sz="1725" b="0">
                <a:solidFill>
                  <a:srgbClr val="52657D"/>
                </a:solidFill>
              </a:defRPr>
            </a:lvl8pPr>
            <a:lvl9pPr>
              <a:defRPr sz="1725" b="0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57D"/>
                </a:solidFill>
              </a:defRPr>
            </a:pPr>
            <a:r>
              <a:rPr sz="1725" b="0">
                <a:solidFill>
                  <a:srgbClr val="52657D"/>
                </a:solidFill>
              </a:rPr>
              <a:t>Требование: проверить фактический порядок товаров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23EE7-6ED3-47A9-AF3D-94DB67A6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F79"/>
                </a:solidFill>
              </a:defRPr>
            </a:defPPr>
            <a:lvl1pPr>
              <a:defRPr sz="2025" b="1">
                <a:solidFill>
                  <a:srgbClr val="006F79"/>
                </a:solidFill>
              </a:defRPr>
            </a:lvl1pPr>
            <a:lvl2pPr>
              <a:defRPr sz="2025" b="1">
                <a:solidFill>
                  <a:srgbClr val="006F79"/>
                </a:solidFill>
              </a:defRPr>
            </a:lvl2pPr>
            <a:lvl3pPr>
              <a:defRPr sz="2025" b="1">
                <a:solidFill>
                  <a:srgbClr val="006F79"/>
                </a:solidFill>
              </a:defRPr>
            </a:lvl3pPr>
            <a:lvl4pPr>
              <a:defRPr sz="2025" b="1">
                <a:solidFill>
                  <a:srgbClr val="006F79"/>
                </a:solidFill>
              </a:defRPr>
            </a:lvl4pPr>
            <a:lvl5pPr>
              <a:defRPr sz="2025" b="1">
                <a:solidFill>
                  <a:srgbClr val="006F79"/>
                </a:solidFill>
              </a:defRPr>
            </a:lvl5pPr>
            <a:lvl6pPr>
              <a:defRPr sz="2025" b="1">
                <a:solidFill>
                  <a:srgbClr val="006F79"/>
                </a:solidFill>
              </a:defRPr>
            </a:lvl6pPr>
            <a:lvl7pPr>
              <a:defRPr sz="2025" b="1">
                <a:solidFill>
                  <a:srgbClr val="006F79"/>
                </a:solidFill>
              </a:defRPr>
            </a:lvl7pPr>
            <a:lvl8pPr>
              <a:defRPr sz="2025" b="1">
                <a:solidFill>
                  <a:srgbClr val="006F79"/>
                </a:solidFill>
              </a:defRPr>
            </a:lvl8pPr>
            <a:lvl9pPr>
              <a:defRPr sz="2025" b="1">
                <a:solidFill>
                  <a:srgbClr val="006F79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F79"/>
                </a:solidFill>
              </a:defRPr>
            </a:pPr>
            <a:r>
              <a:rPr sz="2025" b="1">
                <a:solidFill>
                  <a:srgbClr val="006F79"/>
                </a:solidFill>
              </a:rPr>
              <a:t>Шаги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DE90E-3399-4CCA-9E00-569581A1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23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24A"/>
                </a:solidFill>
              </a:defRPr>
            </a:defPPr>
            <a:lvl1pPr>
              <a:defRPr sz="1875" b="0">
                <a:solidFill>
                  <a:srgbClr val="21324A"/>
                </a:solidFill>
              </a:defRPr>
            </a:lvl1pPr>
            <a:lvl2pPr>
              <a:defRPr sz="1875" b="0">
                <a:solidFill>
                  <a:srgbClr val="21324A"/>
                </a:solidFill>
              </a:defRPr>
            </a:lvl2pPr>
            <a:lvl3pPr>
              <a:defRPr sz="1875" b="0">
                <a:solidFill>
                  <a:srgbClr val="21324A"/>
                </a:solidFill>
              </a:defRPr>
            </a:lvl3pPr>
            <a:lvl4pPr>
              <a:defRPr sz="1875" b="0">
                <a:solidFill>
                  <a:srgbClr val="21324A"/>
                </a:solidFill>
              </a:defRPr>
            </a:lvl4pPr>
            <a:lvl5pPr>
              <a:defRPr sz="1875" b="0">
                <a:solidFill>
                  <a:srgbClr val="21324A"/>
                </a:solidFill>
              </a:defRPr>
            </a:lvl5pPr>
            <a:lvl6pPr>
              <a:defRPr sz="1875" b="0">
                <a:solidFill>
                  <a:srgbClr val="21324A"/>
                </a:solidFill>
              </a:defRPr>
            </a:lvl6pPr>
            <a:lvl7pPr>
              <a:defRPr sz="1875" b="0">
                <a:solidFill>
                  <a:srgbClr val="21324A"/>
                </a:solidFill>
              </a:defRPr>
            </a:lvl7pPr>
            <a:lvl8pPr>
              <a:defRPr sz="1875" b="0">
                <a:solidFill>
                  <a:srgbClr val="21324A"/>
                </a:solidFill>
              </a:defRPr>
            </a:lvl8pPr>
            <a:lvl9pPr>
              <a:defRPr sz="1875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1. Открыть приложение и войти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2. Перейти на Products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3. Прочитать весь каталог со скроллом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4. Выбрать Price: low to high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5. Повторно прочитать весь каталог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72A66-D04E-4738-B5BD-AAA79B72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57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F79"/>
                </a:solidFill>
              </a:defRPr>
            </a:defPPr>
            <a:lvl1pPr>
              <a:defRPr sz="2025" b="1">
                <a:solidFill>
                  <a:srgbClr val="006F79"/>
                </a:solidFill>
              </a:defRPr>
            </a:lvl1pPr>
            <a:lvl2pPr>
              <a:defRPr sz="2025" b="1">
                <a:solidFill>
                  <a:srgbClr val="006F79"/>
                </a:solidFill>
              </a:defRPr>
            </a:lvl2pPr>
            <a:lvl3pPr>
              <a:defRPr sz="2025" b="1">
                <a:solidFill>
                  <a:srgbClr val="006F79"/>
                </a:solidFill>
              </a:defRPr>
            </a:lvl3pPr>
            <a:lvl4pPr>
              <a:defRPr sz="2025" b="1">
                <a:solidFill>
                  <a:srgbClr val="006F79"/>
                </a:solidFill>
              </a:defRPr>
            </a:lvl4pPr>
            <a:lvl5pPr>
              <a:defRPr sz="2025" b="1">
                <a:solidFill>
                  <a:srgbClr val="006F79"/>
                </a:solidFill>
              </a:defRPr>
            </a:lvl5pPr>
            <a:lvl6pPr>
              <a:defRPr sz="2025" b="1">
                <a:solidFill>
                  <a:srgbClr val="006F79"/>
                </a:solidFill>
              </a:defRPr>
            </a:lvl6pPr>
            <a:lvl7pPr>
              <a:defRPr sz="2025" b="1">
                <a:solidFill>
                  <a:srgbClr val="006F79"/>
                </a:solidFill>
              </a:defRPr>
            </a:lvl7pPr>
            <a:lvl8pPr>
              <a:defRPr sz="2025" b="1">
                <a:solidFill>
                  <a:srgbClr val="006F79"/>
                </a:solidFill>
              </a:defRPr>
            </a:lvl8pPr>
            <a:lvl9pPr>
              <a:defRPr sz="2025" b="1">
                <a:solidFill>
                  <a:srgbClr val="006F79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F79"/>
                </a:solidFill>
              </a:defRPr>
            </a:pPr>
            <a:r>
              <a:rPr sz="2025" b="1">
                <a:solidFill>
                  <a:srgbClr val="006F79"/>
                </a:solidFill>
              </a:rPr>
              <a:t>Ключевые проверки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ABE25-8BFA-44D2-94A8-4F615499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28875"/>
            <a:ext cx="523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24A"/>
                </a:solidFill>
              </a:defRPr>
            </a:defPPr>
            <a:lvl1pPr>
              <a:defRPr sz="1875" b="0">
                <a:solidFill>
                  <a:srgbClr val="21324A"/>
                </a:solidFill>
              </a:defRPr>
            </a:lvl1pPr>
            <a:lvl2pPr>
              <a:defRPr sz="1875" b="0">
                <a:solidFill>
                  <a:srgbClr val="21324A"/>
                </a:solidFill>
              </a:defRPr>
            </a:lvl2pPr>
            <a:lvl3pPr>
              <a:defRPr sz="1875" b="0">
                <a:solidFill>
                  <a:srgbClr val="21324A"/>
                </a:solidFill>
              </a:defRPr>
            </a:lvl3pPr>
            <a:lvl4pPr>
              <a:defRPr sz="1875" b="0">
                <a:solidFill>
                  <a:srgbClr val="21324A"/>
                </a:solidFill>
              </a:defRPr>
            </a:lvl4pPr>
            <a:lvl5pPr>
              <a:defRPr sz="1875" b="0">
                <a:solidFill>
                  <a:srgbClr val="21324A"/>
                </a:solidFill>
              </a:defRPr>
            </a:lvl5pPr>
            <a:lvl6pPr>
              <a:defRPr sz="1875" b="0">
                <a:solidFill>
                  <a:srgbClr val="21324A"/>
                </a:solidFill>
              </a:defRPr>
            </a:lvl6pPr>
            <a:lvl7pPr>
              <a:defRPr sz="1875" b="0">
                <a:solidFill>
                  <a:srgbClr val="21324A"/>
                </a:solidFill>
              </a:defRPr>
            </a:lvl7pPr>
            <a:lvl8pPr>
              <a:defRPr sz="1875" b="0">
                <a:solidFill>
                  <a:srgbClr val="21324A"/>
                </a:solidFill>
              </a:defRPr>
            </a:lvl8pPr>
            <a:lvl9pPr>
              <a:defRPr sz="1875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До и после сортировки ровно 6 товаров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Названия и цены товаров не изменились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Цены в целых центах идут по возрастанию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Проверяется весь каталог, включая товары за пределами первого экрана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32397-5FF8-4105-8E52-1FB32B5A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D"/>
                </a:solidFill>
              </a:defRPr>
            </a:defPPr>
            <a:lvl1pPr>
              <a:defRPr sz="1350" b="0">
                <a:solidFill>
                  <a:srgbClr val="52657D"/>
                </a:solidFill>
              </a:defRPr>
            </a:lvl1pPr>
            <a:lvl2pPr>
              <a:defRPr sz="1350" b="0">
                <a:solidFill>
                  <a:srgbClr val="52657D"/>
                </a:solidFill>
              </a:defRPr>
            </a:lvl2pPr>
            <a:lvl3pPr>
              <a:defRPr sz="1350" b="0">
                <a:solidFill>
                  <a:srgbClr val="52657D"/>
                </a:solidFill>
              </a:defRPr>
            </a:lvl3pPr>
            <a:lvl4pPr>
              <a:defRPr sz="1350" b="0">
                <a:solidFill>
                  <a:srgbClr val="52657D"/>
                </a:solidFill>
              </a:defRPr>
            </a:lvl4pPr>
            <a:lvl5pPr>
              <a:defRPr sz="1350" b="0">
                <a:solidFill>
                  <a:srgbClr val="52657D"/>
                </a:solidFill>
              </a:defRPr>
            </a:lvl5pPr>
            <a:lvl6pPr>
              <a:defRPr sz="1350" b="0">
                <a:solidFill>
                  <a:srgbClr val="52657D"/>
                </a:solidFill>
              </a:defRPr>
            </a:lvl6pPr>
            <a:lvl7pPr>
              <a:defRPr sz="1350" b="0">
                <a:solidFill>
                  <a:srgbClr val="52657D"/>
                </a:solidFill>
              </a:defRPr>
            </a:lvl7pPr>
            <a:lvl8pPr>
              <a:defRPr sz="1350" b="0">
                <a:solidFill>
                  <a:srgbClr val="52657D"/>
                </a:solidFill>
              </a:defRPr>
            </a:lvl8pPr>
            <a:lvl9pPr>
              <a:defRPr sz="1350" b="0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Покрытие: выполнено для сортировки по возрастанию. Оба направления задание не требует.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58F3D-21D9-41E0-876D-E0A3167C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1324A"/>
                </a:solidFill>
              </a:defRPr>
            </a:defPPr>
            <a:lvl1pPr>
              <a:defRPr sz="1350" b="0">
                <a:solidFill>
                  <a:srgbClr val="21324A"/>
                </a:solidFill>
              </a:defRPr>
            </a:lvl1pPr>
            <a:lvl2pPr>
              <a:defRPr sz="1350" b="0">
                <a:solidFill>
                  <a:srgbClr val="21324A"/>
                </a:solidFill>
              </a:defRPr>
            </a:lvl2pPr>
            <a:lvl3pPr>
              <a:defRPr sz="1350" b="0">
                <a:solidFill>
                  <a:srgbClr val="21324A"/>
                </a:solidFill>
              </a:defRPr>
            </a:lvl3pPr>
            <a:lvl4pPr>
              <a:defRPr sz="1350" b="0">
                <a:solidFill>
                  <a:srgbClr val="21324A"/>
                </a:solidFill>
              </a:defRPr>
            </a:lvl4pPr>
            <a:lvl5pPr>
              <a:defRPr sz="1350" b="0">
                <a:solidFill>
                  <a:srgbClr val="21324A"/>
                </a:solidFill>
              </a:defRPr>
            </a:lvl5pPr>
            <a:lvl6pPr>
              <a:defRPr sz="1350" b="0">
                <a:solidFill>
                  <a:srgbClr val="21324A"/>
                </a:solidFill>
              </a:defRPr>
            </a:lvl6pPr>
            <a:lvl7pPr>
              <a:defRPr sz="1350" b="0">
                <a:solidFill>
                  <a:srgbClr val="21324A"/>
                </a:solidFill>
              </a:defRPr>
            </a:lvl7pPr>
            <a:lvl8pPr>
              <a:defRPr sz="1350" b="0">
                <a:solidFill>
                  <a:srgbClr val="21324A"/>
                </a:solidFill>
              </a:defRPr>
            </a:lvl8pPr>
            <a:lvl9pPr>
              <a:defRPr sz="1350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1324A"/>
                </a:solidFill>
              </a:defRPr>
            </a:pPr>
            <a:r>
              <a:rPr sz="1350" b="0">
                <a:solidFill>
                  <a:srgbClr val="21324A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60075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E5950-C42A-45A7-920A-51149BC8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43D"/>
                </a:solidFill>
              </a:defRPr>
            </a:defPPr>
            <a:lvl1pPr>
              <a:defRPr sz="3150" b="1">
                <a:solidFill>
                  <a:srgbClr val="11243D"/>
                </a:solidFill>
              </a:defRPr>
            </a:lvl1pPr>
            <a:lvl2pPr>
              <a:defRPr sz="3150" b="1">
                <a:solidFill>
                  <a:srgbClr val="11243D"/>
                </a:solidFill>
              </a:defRPr>
            </a:lvl2pPr>
            <a:lvl3pPr>
              <a:defRPr sz="3150" b="1">
                <a:solidFill>
                  <a:srgbClr val="11243D"/>
                </a:solidFill>
              </a:defRPr>
            </a:lvl3pPr>
            <a:lvl4pPr>
              <a:defRPr sz="3150" b="1">
                <a:solidFill>
                  <a:srgbClr val="11243D"/>
                </a:solidFill>
              </a:defRPr>
            </a:lvl4pPr>
            <a:lvl5pPr>
              <a:defRPr sz="3150" b="1">
                <a:solidFill>
                  <a:srgbClr val="11243D"/>
                </a:solidFill>
              </a:defRPr>
            </a:lvl5pPr>
            <a:lvl6pPr>
              <a:defRPr sz="3150" b="1">
                <a:solidFill>
                  <a:srgbClr val="11243D"/>
                </a:solidFill>
              </a:defRPr>
            </a:lvl6pPr>
            <a:lvl7pPr>
              <a:defRPr sz="3150" b="1">
                <a:solidFill>
                  <a:srgbClr val="11243D"/>
                </a:solidFill>
              </a:defRPr>
            </a:lvl7pPr>
            <a:lvl8pPr>
              <a:defRPr sz="3150" b="1">
                <a:solidFill>
                  <a:srgbClr val="11243D"/>
                </a:solidFill>
              </a:defRPr>
            </a:lvl8pPr>
            <a:lvl9pPr>
              <a:defRPr sz="3150" b="1">
                <a:solidFill>
                  <a:srgbClr val="11243D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1243D"/>
                </a:solidFill>
              </a:defRPr>
            </a:pPr>
            <a:r>
              <a:rPr sz="3150" b="1">
                <a:solidFill>
                  <a:srgbClr val="11243D"/>
                </a:solidFill>
              </a:rPr>
              <a:t>Тест 2. Drawing: Clear Canvas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4BFE6-675B-47CA-962C-7B55BD6A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D"/>
                </a:solidFill>
              </a:defRPr>
            </a:defPPr>
            <a:lvl1pPr>
              <a:defRPr sz="1725" b="0">
                <a:solidFill>
                  <a:srgbClr val="52657D"/>
                </a:solidFill>
              </a:defRPr>
            </a:lvl1pPr>
            <a:lvl2pPr>
              <a:defRPr sz="1725" b="0">
                <a:solidFill>
                  <a:srgbClr val="52657D"/>
                </a:solidFill>
              </a:defRPr>
            </a:lvl2pPr>
            <a:lvl3pPr>
              <a:defRPr sz="1725" b="0">
                <a:solidFill>
                  <a:srgbClr val="52657D"/>
                </a:solidFill>
              </a:defRPr>
            </a:lvl3pPr>
            <a:lvl4pPr>
              <a:defRPr sz="1725" b="0">
                <a:solidFill>
                  <a:srgbClr val="52657D"/>
                </a:solidFill>
              </a:defRPr>
            </a:lvl4pPr>
            <a:lvl5pPr>
              <a:defRPr sz="1725" b="0">
                <a:solidFill>
                  <a:srgbClr val="52657D"/>
                </a:solidFill>
              </a:defRPr>
            </a:lvl5pPr>
            <a:lvl6pPr>
              <a:defRPr sz="1725" b="0">
                <a:solidFill>
                  <a:srgbClr val="52657D"/>
                </a:solidFill>
              </a:defRPr>
            </a:lvl6pPr>
            <a:lvl7pPr>
              <a:defRPr sz="1725" b="0">
                <a:solidFill>
                  <a:srgbClr val="52657D"/>
                </a:solidFill>
              </a:defRPr>
            </a:lvl7pPr>
            <a:lvl8pPr>
              <a:defRPr sz="1725" b="0">
                <a:solidFill>
                  <a:srgbClr val="52657D"/>
                </a:solidFill>
              </a:defRPr>
            </a:lvl8pPr>
            <a:lvl9pPr>
              <a:defRPr sz="1725" b="0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57D"/>
                </a:solidFill>
              </a:defRPr>
            </a:pPr>
            <a:r>
              <a:rPr sz="1725" b="0">
                <a:solidFill>
                  <a:srgbClr val="52657D"/>
                </a:solidFill>
              </a:rPr>
              <a:t>Требование: нарисовать и убедиться, что Clear очистил холст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0525C-5DCF-4DAF-A88B-1171BB6E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F79"/>
                </a:solidFill>
              </a:defRPr>
            </a:defPPr>
            <a:lvl1pPr>
              <a:defRPr sz="2025" b="1">
                <a:solidFill>
                  <a:srgbClr val="006F79"/>
                </a:solidFill>
              </a:defRPr>
            </a:lvl1pPr>
            <a:lvl2pPr>
              <a:defRPr sz="2025" b="1">
                <a:solidFill>
                  <a:srgbClr val="006F79"/>
                </a:solidFill>
              </a:defRPr>
            </a:lvl2pPr>
            <a:lvl3pPr>
              <a:defRPr sz="2025" b="1">
                <a:solidFill>
                  <a:srgbClr val="006F79"/>
                </a:solidFill>
              </a:defRPr>
            </a:lvl3pPr>
            <a:lvl4pPr>
              <a:defRPr sz="2025" b="1">
                <a:solidFill>
                  <a:srgbClr val="006F79"/>
                </a:solidFill>
              </a:defRPr>
            </a:lvl4pPr>
            <a:lvl5pPr>
              <a:defRPr sz="2025" b="1">
                <a:solidFill>
                  <a:srgbClr val="006F79"/>
                </a:solidFill>
              </a:defRPr>
            </a:lvl5pPr>
            <a:lvl6pPr>
              <a:defRPr sz="2025" b="1">
                <a:solidFill>
                  <a:srgbClr val="006F79"/>
                </a:solidFill>
              </a:defRPr>
            </a:lvl6pPr>
            <a:lvl7pPr>
              <a:defRPr sz="2025" b="1">
                <a:solidFill>
                  <a:srgbClr val="006F79"/>
                </a:solidFill>
              </a:defRPr>
            </a:lvl7pPr>
            <a:lvl8pPr>
              <a:defRPr sz="2025" b="1">
                <a:solidFill>
                  <a:srgbClr val="006F79"/>
                </a:solidFill>
              </a:defRPr>
            </a:lvl8pPr>
            <a:lvl9pPr>
              <a:defRPr sz="2025" b="1">
                <a:solidFill>
                  <a:srgbClr val="006F79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F79"/>
                </a:solidFill>
              </a:defRPr>
            </a:pPr>
            <a:r>
              <a:rPr sz="2025" b="1">
                <a:solidFill>
                  <a:srgbClr val="006F79"/>
                </a:solidFill>
              </a:rPr>
              <a:t>Шаги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9757C-ABDB-4E20-A12C-0C7109FA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23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24A"/>
                </a:solidFill>
              </a:defRPr>
            </a:defPPr>
            <a:lvl1pPr>
              <a:defRPr sz="1875" b="0">
                <a:solidFill>
                  <a:srgbClr val="21324A"/>
                </a:solidFill>
              </a:defRPr>
            </a:lvl1pPr>
            <a:lvl2pPr>
              <a:defRPr sz="1875" b="0">
                <a:solidFill>
                  <a:srgbClr val="21324A"/>
                </a:solidFill>
              </a:defRPr>
            </a:lvl2pPr>
            <a:lvl3pPr>
              <a:defRPr sz="1875" b="0">
                <a:solidFill>
                  <a:srgbClr val="21324A"/>
                </a:solidFill>
              </a:defRPr>
            </a:lvl3pPr>
            <a:lvl4pPr>
              <a:defRPr sz="1875" b="0">
                <a:solidFill>
                  <a:srgbClr val="21324A"/>
                </a:solidFill>
              </a:defRPr>
            </a:lvl4pPr>
            <a:lvl5pPr>
              <a:defRPr sz="1875" b="0">
                <a:solidFill>
                  <a:srgbClr val="21324A"/>
                </a:solidFill>
              </a:defRPr>
            </a:lvl5pPr>
            <a:lvl6pPr>
              <a:defRPr sz="1875" b="0">
                <a:solidFill>
                  <a:srgbClr val="21324A"/>
                </a:solidFill>
              </a:defRPr>
            </a:lvl6pPr>
            <a:lvl7pPr>
              <a:defRPr sz="1875" b="0">
                <a:solidFill>
                  <a:srgbClr val="21324A"/>
                </a:solidFill>
              </a:defRPr>
            </a:lvl7pPr>
            <a:lvl8pPr>
              <a:defRPr sz="1875" b="0">
                <a:solidFill>
                  <a:srgbClr val="21324A"/>
                </a:solidFill>
              </a:defRPr>
            </a:lvl8pPr>
            <a:lvl9pPr>
              <a:defRPr sz="1875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1. Войти и открыть боковое меню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2. Выбрать Drawing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3. Сохранить исходный холст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4. Нарисовать зигзаг touch-жестом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5. Нажать Clear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6. Сравнить холст с исходным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0D63F-B0BE-4D0F-8B8A-FA1A2A38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57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F79"/>
                </a:solidFill>
              </a:defRPr>
            </a:defPPr>
            <a:lvl1pPr>
              <a:defRPr sz="2025" b="1">
                <a:solidFill>
                  <a:srgbClr val="006F79"/>
                </a:solidFill>
              </a:defRPr>
            </a:lvl1pPr>
            <a:lvl2pPr>
              <a:defRPr sz="2025" b="1">
                <a:solidFill>
                  <a:srgbClr val="006F79"/>
                </a:solidFill>
              </a:defRPr>
            </a:lvl2pPr>
            <a:lvl3pPr>
              <a:defRPr sz="2025" b="1">
                <a:solidFill>
                  <a:srgbClr val="006F79"/>
                </a:solidFill>
              </a:defRPr>
            </a:lvl3pPr>
            <a:lvl4pPr>
              <a:defRPr sz="2025" b="1">
                <a:solidFill>
                  <a:srgbClr val="006F79"/>
                </a:solidFill>
              </a:defRPr>
            </a:lvl4pPr>
            <a:lvl5pPr>
              <a:defRPr sz="2025" b="1">
                <a:solidFill>
                  <a:srgbClr val="006F79"/>
                </a:solidFill>
              </a:defRPr>
            </a:lvl5pPr>
            <a:lvl6pPr>
              <a:defRPr sz="2025" b="1">
                <a:solidFill>
                  <a:srgbClr val="006F79"/>
                </a:solidFill>
              </a:defRPr>
            </a:lvl6pPr>
            <a:lvl7pPr>
              <a:defRPr sz="2025" b="1">
                <a:solidFill>
                  <a:srgbClr val="006F79"/>
                </a:solidFill>
              </a:defRPr>
            </a:lvl7pPr>
            <a:lvl8pPr>
              <a:defRPr sz="2025" b="1">
                <a:solidFill>
                  <a:srgbClr val="006F79"/>
                </a:solidFill>
              </a:defRPr>
            </a:lvl8pPr>
            <a:lvl9pPr>
              <a:defRPr sz="2025" b="1">
                <a:solidFill>
                  <a:srgbClr val="006F79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F79"/>
                </a:solidFill>
              </a:defRPr>
            </a:pPr>
            <a:r>
              <a:rPr sz="2025" b="1">
                <a:solidFill>
                  <a:srgbClr val="006F79"/>
                </a:solidFill>
              </a:rPr>
              <a:t>Ключевые проверки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76B39-C2A7-4EAE-A302-225171D2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28875"/>
            <a:ext cx="523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24A"/>
                </a:solidFill>
              </a:defRPr>
            </a:defPPr>
            <a:lvl1pPr>
              <a:defRPr sz="1875" b="0">
                <a:solidFill>
                  <a:srgbClr val="21324A"/>
                </a:solidFill>
              </a:defRPr>
            </a:lvl1pPr>
            <a:lvl2pPr>
              <a:defRPr sz="1875" b="0">
                <a:solidFill>
                  <a:srgbClr val="21324A"/>
                </a:solidFill>
              </a:defRPr>
            </a:lvl2pPr>
            <a:lvl3pPr>
              <a:defRPr sz="1875" b="0">
                <a:solidFill>
                  <a:srgbClr val="21324A"/>
                </a:solidFill>
              </a:defRPr>
            </a:lvl3pPr>
            <a:lvl4pPr>
              <a:defRPr sz="1875" b="0">
                <a:solidFill>
                  <a:srgbClr val="21324A"/>
                </a:solidFill>
              </a:defRPr>
            </a:lvl4pPr>
            <a:lvl5pPr>
              <a:defRPr sz="1875" b="0">
                <a:solidFill>
                  <a:srgbClr val="21324A"/>
                </a:solidFill>
              </a:defRPr>
            </a:lvl5pPr>
            <a:lvl6pPr>
              <a:defRPr sz="1875" b="0">
                <a:solidFill>
                  <a:srgbClr val="21324A"/>
                </a:solidFill>
              </a:defRPr>
            </a:lvl6pPr>
            <a:lvl7pPr>
              <a:defRPr sz="1875" b="0">
                <a:solidFill>
                  <a:srgbClr val="21324A"/>
                </a:solidFill>
              </a:defRPr>
            </a:lvl7pPr>
            <a:lvl8pPr>
              <a:defRPr sz="1875" b="0">
                <a:solidFill>
                  <a:srgbClr val="21324A"/>
                </a:solidFill>
              </a:defRPr>
            </a:lvl8pPr>
            <a:lvl9pPr>
              <a:defRPr sz="1875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Рисунок действительно появился: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изменилось более 0,1% пикселей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После Clear нет отличающихся пикселей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с учётом допуска 24 на цветовой канал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Сравнивается область холста, без меню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и управляющих кнопок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37956-5EE4-4208-A004-1F09A1AD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D"/>
                </a:solidFill>
              </a:defRPr>
            </a:defPPr>
            <a:lvl1pPr>
              <a:defRPr sz="1350" b="0">
                <a:solidFill>
                  <a:srgbClr val="52657D"/>
                </a:solidFill>
              </a:defRPr>
            </a:lvl1pPr>
            <a:lvl2pPr>
              <a:defRPr sz="1350" b="0">
                <a:solidFill>
                  <a:srgbClr val="52657D"/>
                </a:solidFill>
              </a:defRPr>
            </a:lvl2pPr>
            <a:lvl3pPr>
              <a:defRPr sz="1350" b="0">
                <a:solidFill>
                  <a:srgbClr val="52657D"/>
                </a:solidFill>
              </a:defRPr>
            </a:lvl3pPr>
            <a:lvl4pPr>
              <a:defRPr sz="1350" b="0">
                <a:solidFill>
                  <a:srgbClr val="52657D"/>
                </a:solidFill>
              </a:defRPr>
            </a:lvl4pPr>
            <a:lvl5pPr>
              <a:defRPr sz="1350" b="0">
                <a:solidFill>
                  <a:srgbClr val="52657D"/>
                </a:solidFill>
              </a:defRPr>
            </a:lvl5pPr>
            <a:lvl6pPr>
              <a:defRPr sz="1350" b="0">
                <a:solidFill>
                  <a:srgbClr val="52657D"/>
                </a:solidFill>
              </a:defRPr>
            </a:lvl6pPr>
            <a:lvl7pPr>
              <a:defRPr sz="1350" b="0">
                <a:solidFill>
                  <a:srgbClr val="52657D"/>
                </a:solidFill>
              </a:defRPr>
            </a:lvl7pPr>
            <a:lvl8pPr>
              <a:defRPr sz="1350" b="0">
                <a:solidFill>
                  <a:srgbClr val="52657D"/>
                </a:solidFill>
              </a:defRPr>
            </a:lvl8pPr>
            <a:lvl9pPr>
              <a:defRPr sz="1350" b="0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Покрытие: выполнено. Эталон снимается в той же сессии и сохраняет фон холста.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7829B-B4B6-419B-BC8E-B8262B46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1324A"/>
                </a:solidFill>
              </a:defRPr>
            </a:defPPr>
            <a:lvl1pPr>
              <a:defRPr sz="1350" b="0">
                <a:solidFill>
                  <a:srgbClr val="21324A"/>
                </a:solidFill>
              </a:defRPr>
            </a:lvl1pPr>
            <a:lvl2pPr>
              <a:defRPr sz="1350" b="0">
                <a:solidFill>
                  <a:srgbClr val="21324A"/>
                </a:solidFill>
              </a:defRPr>
            </a:lvl2pPr>
            <a:lvl3pPr>
              <a:defRPr sz="1350" b="0">
                <a:solidFill>
                  <a:srgbClr val="21324A"/>
                </a:solidFill>
              </a:defRPr>
            </a:lvl3pPr>
            <a:lvl4pPr>
              <a:defRPr sz="1350" b="0">
                <a:solidFill>
                  <a:srgbClr val="21324A"/>
                </a:solidFill>
              </a:defRPr>
            </a:lvl4pPr>
            <a:lvl5pPr>
              <a:defRPr sz="1350" b="0">
                <a:solidFill>
                  <a:srgbClr val="21324A"/>
                </a:solidFill>
              </a:defRPr>
            </a:lvl5pPr>
            <a:lvl6pPr>
              <a:defRPr sz="1350" b="0">
                <a:solidFill>
                  <a:srgbClr val="21324A"/>
                </a:solidFill>
              </a:defRPr>
            </a:lvl6pPr>
            <a:lvl7pPr>
              <a:defRPr sz="1350" b="0">
                <a:solidFill>
                  <a:srgbClr val="21324A"/>
                </a:solidFill>
              </a:defRPr>
            </a:lvl7pPr>
            <a:lvl8pPr>
              <a:defRPr sz="1350" b="0">
                <a:solidFill>
                  <a:srgbClr val="21324A"/>
                </a:solidFill>
              </a:defRPr>
            </a:lvl8pPr>
            <a:lvl9pPr>
              <a:defRPr sz="1350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1324A"/>
                </a:solidFill>
              </a:defRPr>
            </a:pPr>
            <a:r>
              <a:rPr sz="1350" b="0">
                <a:solidFill>
                  <a:srgbClr val="21324A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41670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2A1E6-A680-448C-8694-10D590A7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43D"/>
                </a:solidFill>
              </a:defRPr>
            </a:defPPr>
            <a:lvl1pPr>
              <a:defRPr sz="3150" b="1">
                <a:solidFill>
                  <a:srgbClr val="11243D"/>
                </a:solidFill>
              </a:defRPr>
            </a:lvl1pPr>
            <a:lvl2pPr>
              <a:defRPr sz="3150" b="1">
                <a:solidFill>
                  <a:srgbClr val="11243D"/>
                </a:solidFill>
              </a:defRPr>
            </a:lvl2pPr>
            <a:lvl3pPr>
              <a:defRPr sz="3150" b="1">
                <a:solidFill>
                  <a:srgbClr val="11243D"/>
                </a:solidFill>
              </a:defRPr>
            </a:lvl3pPr>
            <a:lvl4pPr>
              <a:defRPr sz="3150" b="1">
                <a:solidFill>
                  <a:srgbClr val="11243D"/>
                </a:solidFill>
              </a:defRPr>
            </a:lvl4pPr>
            <a:lvl5pPr>
              <a:defRPr sz="3150" b="1">
                <a:solidFill>
                  <a:srgbClr val="11243D"/>
                </a:solidFill>
              </a:defRPr>
            </a:lvl5pPr>
            <a:lvl6pPr>
              <a:defRPr sz="3150" b="1">
                <a:solidFill>
                  <a:srgbClr val="11243D"/>
                </a:solidFill>
              </a:defRPr>
            </a:lvl6pPr>
            <a:lvl7pPr>
              <a:defRPr sz="3150" b="1">
                <a:solidFill>
                  <a:srgbClr val="11243D"/>
                </a:solidFill>
              </a:defRPr>
            </a:lvl7pPr>
            <a:lvl8pPr>
              <a:defRPr sz="3150" b="1">
                <a:solidFill>
                  <a:srgbClr val="11243D"/>
                </a:solidFill>
              </a:defRPr>
            </a:lvl8pPr>
            <a:lvl9pPr>
              <a:defRPr sz="3150" b="1">
                <a:solidFill>
                  <a:srgbClr val="11243D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1243D"/>
                </a:solidFill>
              </a:defRPr>
            </a:pPr>
            <a:r>
              <a:rPr sz="3150" b="1">
                <a:solidFill>
                  <a:srgbClr val="11243D"/>
                </a:solidFill>
              </a:rPr>
              <a:t>Тест 3. About: поворот экрана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07E38-1177-4878-8E6D-3581F851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D"/>
                </a:solidFill>
              </a:defRPr>
            </a:defPPr>
            <a:lvl1pPr>
              <a:defRPr sz="1725" b="0">
                <a:solidFill>
                  <a:srgbClr val="52657D"/>
                </a:solidFill>
              </a:defRPr>
            </a:lvl1pPr>
            <a:lvl2pPr>
              <a:defRPr sz="1725" b="0">
                <a:solidFill>
                  <a:srgbClr val="52657D"/>
                </a:solidFill>
              </a:defRPr>
            </a:lvl2pPr>
            <a:lvl3pPr>
              <a:defRPr sz="1725" b="0">
                <a:solidFill>
                  <a:srgbClr val="52657D"/>
                </a:solidFill>
              </a:defRPr>
            </a:lvl3pPr>
            <a:lvl4pPr>
              <a:defRPr sz="1725" b="0">
                <a:solidFill>
                  <a:srgbClr val="52657D"/>
                </a:solidFill>
              </a:defRPr>
            </a:lvl4pPr>
            <a:lvl5pPr>
              <a:defRPr sz="1725" b="0">
                <a:solidFill>
                  <a:srgbClr val="52657D"/>
                </a:solidFill>
              </a:defRPr>
            </a:lvl5pPr>
            <a:lvl6pPr>
              <a:defRPr sz="1725" b="0">
                <a:solidFill>
                  <a:srgbClr val="52657D"/>
                </a:solidFill>
              </a:defRPr>
            </a:lvl6pPr>
            <a:lvl7pPr>
              <a:defRPr sz="1725" b="0">
                <a:solidFill>
                  <a:srgbClr val="52657D"/>
                </a:solidFill>
              </a:defRPr>
            </a:lvl7pPr>
            <a:lvl8pPr>
              <a:defRPr sz="1725" b="0">
                <a:solidFill>
                  <a:srgbClr val="52657D"/>
                </a:solidFill>
              </a:defRPr>
            </a:lvl8pPr>
            <a:lvl9pPr>
              <a:defRPr sz="1725" b="0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57D"/>
                </a:solidFill>
              </a:defRPr>
            </a:pPr>
            <a:r>
              <a:rPr sz="1725" b="0">
                <a:solidFill>
                  <a:srgbClr val="52657D"/>
                </a:solidFill>
              </a:rPr>
              <a:t>Требование: изменить ориентацию и сохранить работоспособность 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49922-6D8C-4C51-824D-5652C0E3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F79"/>
                </a:solidFill>
              </a:defRPr>
            </a:defPPr>
            <a:lvl1pPr>
              <a:defRPr sz="2025" b="1">
                <a:solidFill>
                  <a:srgbClr val="006F79"/>
                </a:solidFill>
              </a:defRPr>
            </a:lvl1pPr>
            <a:lvl2pPr>
              <a:defRPr sz="2025" b="1">
                <a:solidFill>
                  <a:srgbClr val="006F79"/>
                </a:solidFill>
              </a:defRPr>
            </a:lvl2pPr>
            <a:lvl3pPr>
              <a:defRPr sz="2025" b="1">
                <a:solidFill>
                  <a:srgbClr val="006F79"/>
                </a:solidFill>
              </a:defRPr>
            </a:lvl3pPr>
            <a:lvl4pPr>
              <a:defRPr sz="2025" b="1">
                <a:solidFill>
                  <a:srgbClr val="006F79"/>
                </a:solidFill>
              </a:defRPr>
            </a:lvl4pPr>
            <a:lvl5pPr>
              <a:defRPr sz="2025" b="1">
                <a:solidFill>
                  <a:srgbClr val="006F79"/>
                </a:solidFill>
              </a:defRPr>
            </a:lvl5pPr>
            <a:lvl6pPr>
              <a:defRPr sz="2025" b="1">
                <a:solidFill>
                  <a:srgbClr val="006F79"/>
                </a:solidFill>
              </a:defRPr>
            </a:lvl6pPr>
            <a:lvl7pPr>
              <a:defRPr sz="2025" b="1">
                <a:solidFill>
                  <a:srgbClr val="006F79"/>
                </a:solidFill>
              </a:defRPr>
            </a:lvl7pPr>
            <a:lvl8pPr>
              <a:defRPr sz="2025" b="1">
                <a:solidFill>
                  <a:srgbClr val="006F79"/>
                </a:solidFill>
              </a:defRPr>
            </a:lvl8pPr>
            <a:lvl9pPr>
              <a:defRPr sz="2025" b="1">
                <a:solidFill>
                  <a:srgbClr val="006F79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F79"/>
                </a:solidFill>
              </a:defRPr>
            </a:pPr>
            <a:r>
              <a:rPr sz="2025" b="1">
                <a:solidFill>
                  <a:srgbClr val="006F79"/>
                </a:solidFill>
              </a:rPr>
              <a:t>Шаги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A640D-581F-4E83-BDB2-52F98787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23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24A"/>
                </a:solidFill>
              </a:defRPr>
            </a:defPPr>
            <a:lvl1pPr>
              <a:defRPr sz="1875" b="0">
                <a:solidFill>
                  <a:srgbClr val="21324A"/>
                </a:solidFill>
              </a:defRPr>
            </a:lvl1pPr>
            <a:lvl2pPr>
              <a:defRPr sz="1875" b="0">
                <a:solidFill>
                  <a:srgbClr val="21324A"/>
                </a:solidFill>
              </a:defRPr>
            </a:lvl2pPr>
            <a:lvl3pPr>
              <a:defRPr sz="1875" b="0">
                <a:solidFill>
                  <a:srgbClr val="21324A"/>
                </a:solidFill>
              </a:defRPr>
            </a:lvl3pPr>
            <a:lvl4pPr>
              <a:defRPr sz="1875" b="0">
                <a:solidFill>
                  <a:srgbClr val="21324A"/>
                </a:solidFill>
              </a:defRPr>
            </a:lvl4pPr>
            <a:lvl5pPr>
              <a:defRPr sz="1875" b="0">
                <a:solidFill>
                  <a:srgbClr val="21324A"/>
                </a:solidFill>
              </a:defRPr>
            </a:lvl5pPr>
            <a:lvl6pPr>
              <a:defRPr sz="1875" b="0">
                <a:solidFill>
                  <a:srgbClr val="21324A"/>
                </a:solidFill>
              </a:defRPr>
            </a:lvl6pPr>
            <a:lvl7pPr>
              <a:defRPr sz="1875" b="0">
                <a:solidFill>
                  <a:srgbClr val="21324A"/>
                </a:solidFill>
              </a:defRPr>
            </a:lvl7pPr>
            <a:lvl8pPr>
              <a:defRPr sz="1875" b="0">
                <a:solidFill>
                  <a:srgbClr val="21324A"/>
                </a:solidFill>
              </a:defRPr>
            </a:lvl8pPr>
            <a:lvl9pPr>
              <a:defRPr sz="1875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1. Войти в portrait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2. Через боковое меню открыть About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3. Проверить загрузку страницы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4. Перевести устройство в landscape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5. Проверить размеры и элементы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6. Нажать Reload и дождаться страницы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7. Восстановить portrait после теста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AF675-759E-4CB4-9C47-8DA8A3D1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57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F79"/>
                </a:solidFill>
              </a:defRPr>
            </a:defPPr>
            <a:lvl1pPr>
              <a:defRPr sz="2025" b="1">
                <a:solidFill>
                  <a:srgbClr val="006F79"/>
                </a:solidFill>
              </a:defRPr>
            </a:lvl1pPr>
            <a:lvl2pPr>
              <a:defRPr sz="2025" b="1">
                <a:solidFill>
                  <a:srgbClr val="006F79"/>
                </a:solidFill>
              </a:defRPr>
            </a:lvl2pPr>
            <a:lvl3pPr>
              <a:defRPr sz="2025" b="1">
                <a:solidFill>
                  <a:srgbClr val="006F79"/>
                </a:solidFill>
              </a:defRPr>
            </a:lvl3pPr>
            <a:lvl4pPr>
              <a:defRPr sz="2025" b="1">
                <a:solidFill>
                  <a:srgbClr val="006F79"/>
                </a:solidFill>
              </a:defRPr>
            </a:lvl4pPr>
            <a:lvl5pPr>
              <a:defRPr sz="2025" b="1">
                <a:solidFill>
                  <a:srgbClr val="006F79"/>
                </a:solidFill>
              </a:defRPr>
            </a:lvl5pPr>
            <a:lvl6pPr>
              <a:defRPr sz="2025" b="1">
                <a:solidFill>
                  <a:srgbClr val="006F79"/>
                </a:solidFill>
              </a:defRPr>
            </a:lvl6pPr>
            <a:lvl7pPr>
              <a:defRPr sz="2025" b="1">
                <a:solidFill>
                  <a:srgbClr val="006F79"/>
                </a:solidFill>
              </a:defRPr>
            </a:lvl7pPr>
            <a:lvl8pPr>
              <a:defRPr sz="2025" b="1">
                <a:solidFill>
                  <a:srgbClr val="006F79"/>
                </a:solidFill>
              </a:defRPr>
            </a:lvl8pPr>
            <a:lvl9pPr>
              <a:defRPr sz="2025" b="1">
                <a:solidFill>
                  <a:srgbClr val="006F79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F79"/>
                </a:solidFill>
              </a:defRPr>
            </a:pPr>
            <a:r>
              <a:rPr sz="2025" b="1">
                <a:solidFill>
                  <a:srgbClr val="006F79"/>
                </a:solidFill>
              </a:rPr>
              <a:t>Ключевые проверки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7EEEF-DCE4-4FA7-9B9C-AA90D84F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28875"/>
            <a:ext cx="523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24A"/>
                </a:solidFill>
              </a:defRPr>
            </a:defPPr>
            <a:lvl1pPr>
              <a:defRPr sz="1875" b="0">
                <a:solidFill>
                  <a:srgbClr val="21324A"/>
                </a:solidFill>
              </a:defRPr>
            </a:lvl1pPr>
            <a:lvl2pPr>
              <a:defRPr sz="1875" b="0">
                <a:solidFill>
                  <a:srgbClr val="21324A"/>
                </a:solidFill>
              </a:defRPr>
            </a:lvl2pPr>
            <a:lvl3pPr>
              <a:defRPr sz="1875" b="0">
                <a:solidFill>
                  <a:srgbClr val="21324A"/>
                </a:solidFill>
              </a:defRPr>
            </a:lvl3pPr>
            <a:lvl4pPr>
              <a:defRPr sz="1875" b="0">
                <a:solidFill>
                  <a:srgbClr val="21324A"/>
                </a:solidFill>
              </a:defRPr>
            </a:lvl4pPr>
            <a:lvl5pPr>
              <a:defRPr sz="1875" b="0">
                <a:solidFill>
                  <a:srgbClr val="21324A"/>
                </a:solidFill>
              </a:defRPr>
            </a:lvl5pPr>
            <a:lvl6pPr>
              <a:defRPr sz="1875" b="0">
                <a:solidFill>
                  <a:srgbClr val="21324A"/>
                </a:solidFill>
              </a:defRPr>
            </a:lvl6pPr>
            <a:lvl7pPr>
              <a:defRPr sz="1875" b="0">
                <a:solidFill>
                  <a:srgbClr val="21324A"/>
                </a:solidFill>
              </a:defRPr>
            </a:lvl7pPr>
            <a:lvl8pPr>
              <a:defRPr sz="1875" b="0">
                <a:solidFill>
                  <a:srgbClr val="21324A"/>
                </a:solidFill>
              </a:defRPr>
            </a:lvl8pPr>
            <a:lvl9pPr>
              <a:defRPr sz="1875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Ориентация LANDSCAPE, ширина &gt; высоты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Область контента стала шире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Адресная панель и Reload в границах экрана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Панель видна, Reload доступен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После Reload страница загружена,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ориентация остаётся landscape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26D1C-F539-4C98-9188-95D5B4C4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D"/>
                </a:solidFill>
              </a:defRPr>
            </a:defPPr>
            <a:lvl1pPr>
              <a:defRPr sz="1350" b="0">
                <a:solidFill>
                  <a:srgbClr val="52657D"/>
                </a:solidFill>
              </a:defRPr>
            </a:lvl1pPr>
            <a:lvl2pPr>
              <a:defRPr sz="1350" b="0">
                <a:solidFill>
                  <a:srgbClr val="52657D"/>
                </a:solidFill>
              </a:defRPr>
            </a:lvl2pPr>
            <a:lvl3pPr>
              <a:defRPr sz="1350" b="0">
                <a:solidFill>
                  <a:srgbClr val="52657D"/>
                </a:solidFill>
              </a:defRPr>
            </a:lvl3pPr>
            <a:lvl4pPr>
              <a:defRPr sz="1350" b="0">
                <a:solidFill>
                  <a:srgbClr val="52657D"/>
                </a:solidFill>
              </a:defRPr>
            </a:lvl4pPr>
            <a:lvl5pPr>
              <a:defRPr sz="1350" b="0">
                <a:solidFill>
                  <a:srgbClr val="52657D"/>
                </a:solidFill>
              </a:defRPr>
            </a:lvl5pPr>
            <a:lvl6pPr>
              <a:defRPr sz="1350" b="0">
                <a:solidFill>
                  <a:srgbClr val="52657D"/>
                </a:solidFill>
              </a:defRPr>
            </a:lvl6pPr>
            <a:lvl7pPr>
              <a:defRPr sz="1350" b="0">
                <a:solidFill>
                  <a:srgbClr val="52657D"/>
                </a:solidFill>
              </a:defRPr>
            </a:lvl7pPr>
            <a:lvl8pPr>
              <a:defRPr sz="1350" b="0">
                <a:solidFill>
                  <a:srgbClr val="52657D"/>
                </a:solidFill>
              </a:defRPr>
            </a:lvl8pPr>
            <a:lvl9pPr>
              <a:defRPr sz="1350" b="0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В версии 2.7.1 About открывает Safari. Проверка функциональная, без полной визуальной регрессии.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67BB4-1F63-49DE-BB0F-C5A1EB02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1324A"/>
                </a:solidFill>
              </a:defRPr>
            </a:defPPr>
            <a:lvl1pPr>
              <a:defRPr sz="1350" b="0">
                <a:solidFill>
                  <a:srgbClr val="21324A"/>
                </a:solidFill>
              </a:defRPr>
            </a:lvl1pPr>
            <a:lvl2pPr>
              <a:defRPr sz="1350" b="0">
                <a:solidFill>
                  <a:srgbClr val="21324A"/>
                </a:solidFill>
              </a:defRPr>
            </a:lvl2pPr>
            <a:lvl3pPr>
              <a:defRPr sz="1350" b="0">
                <a:solidFill>
                  <a:srgbClr val="21324A"/>
                </a:solidFill>
              </a:defRPr>
            </a:lvl3pPr>
            <a:lvl4pPr>
              <a:defRPr sz="1350" b="0">
                <a:solidFill>
                  <a:srgbClr val="21324A"/>
                </a:solidFill>
              </a:defRPr>
            </a:lvl4pPr>
            <a:lvl5pPr>
              <a:defRPr sz="1350" b="0">
                <a:solidFill>
                  <a:srgbClr val="21324A"/>
                </a:solidFill>
              </a:defRPr>
            </a:lvl5pPr>
            <a:lvl6pPr>
              <a:defRPr sz="1350" b="0">
                <a:solidFill>
                  <a:srgbClr val="21324A"/>
                </a:solidFill>
              </a:defRPr>
            </a:lvl6pPr>
            <a:lvl7pPr>
              <a:defRPr sz="1350" b="0">
                <a:solidFill>
                  <a:srgbClr val="21324A"/>
                </a:solidFill>
              </a:defRPr>
            </a:lvl7pPr>
            <a:lvl8pPr>
              <a:defRPr sz="1350" b="0">
                <a:solidFill>
                  <a:srgbClr val="21324A"/>
                </a:solidFill>
              </a:defRPr>
            </a:lvl8pPr>
            <a:lvl9pPr>
              <a:defRPr sz="1350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1324A"/>
                </a:solidFill>
              </a:defRPr>
            </a:pPr>
            <a:r>
              <a:rPr sz="1350" b="0">
                <a:solidFill>
                  <a:srgbClr val="21324A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521814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4FD70-947F-4F04-A478-0ADA5D3D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1243D"/>
                </a:solidFill>
              </a:defRPr>
            </a:defPPr>
            <a:lvl1pPr>
              <a:defRPr sz="3150" b="1">
                <a:solidFill>
                  <a:srgbClr val="11243D"/>
                </a:solidFill>
              </a:defRPr>
            </a:lvl1pPr>
            <a:lvl2pPr>
              <a:defRPr sz="3150" b="1">
                <a:solidFill>
                  <a:srgbClr val="11243D"/>
                </a:solidFill>
              </a:defRPr>
            </a:lvl2pPr>
            <a:lvl3pPr>
              <a:defRPr sz="3150" b="1">
                <a:solidFill>
                  <a:srgbClr val="11243D"/>
                </a:solidFill>
              </a:defRPr>
            </a:lvl3pPr>
            <a:lvl4pPr>
              <a:defRPr sz="3150" b="1">
                <a:solidFill>
                  <a:srgbClr val="11243D"/>
                </a:solidFill>
              </a:defRPr>
            </a:lvl4pPr>
            <a:lvl5pPr>
              <a:defRPr sz="3150" b="1">
                <a:solidFill>
                  <a:srgbClr val="11243D"/>
                </a:solidFill>
              </a:defRPr>
            </a:lvl5pPr>
            <a:lvl6pPr>
              <a:defRPr sz="3150" b="1">
                <a:solidFill>
                  <a:srgbClr val="11243D"/>
                </a:solidFill>
              </a:defRPr>
            </a:lvl6pPr>
            <a:lvl7pPr>
              <a:defRPr sz="3150" b="1">
                <a:solidFill>
                  <a:srgbClr val="11243D"/>
                </a:solidFill>
              </a:defRPr>
            </a:lvl7pPr>
            <a:lvl8pPr>
              <a:defRPr sz="3150" b="1">
                <a:solidFill>
                  <a:srgbClr val="11243D"/>
                </a:solidFill>
              </a:defRPr>
            </a:lvl8pPr>
            <a:lvl9pPr>
              <a:defRPr sz="3150" b="1">
                <a:solidFill>
                  <a:srgbClr val="11243D"/>
                </a:solidFill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1243D"/>
                </a:solidFill>
              </a:defRPr>
            </a:pPr>
            <a:r>
              <a:rPr sz="3150" b="1">
                <a:solidFill>
                  <a:srgbClr val="11243D"/>
                </a:solidFill>
              </a:rPr>
              <a:t>Соответствие заданию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07781-442F-47C5-A9A7-14B47140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57D"/>
                </a:solidFill>
              </a:defRPr>
            </a:defPPr>
            <a:lvl1pPr>
              <a:defRPr sz="1725" b="0">
                <a:solidFill>
                  <a:srgbClr val="52657D"/>
                </a:solidFill>
              </a:defRPr>
            </a:lvl1pPr>
            <a:lvl2pPr>
              <a:defRPr sz="1725" b="0">
                <a:solidFill>
                  <a:srgbClr val="52657D"/>
                </a:solidFill>
              </a:defRPr>
            </a:lvl2pPr>
            <a:lvl3pPr>
              <a:defRPr sz="1725" b="0">
                <a:solidFill>
                  <a:srgbClr val="52657D"/>
                </a:solidFill>
              </a:defRPr>
            </a:lvl3pPr>
            <a:lvl4pPr>
              <a:defRPr sz="1725" b="0">
                <a:solidFill>
                  <a:srgbClr val="52657D"/>
                </a:solidFill>
              </a:defRPr>
            </a:lvl4pPr>
            <a:lvl5pPr>
              <a:defRPr sz="1725" b="0">
                <a:solidFill>
                  <a:srgbClr val="52657D"/>
                </a:solidFill>
              </a:defRPr>
            </a:lvl5pPr>
            <a:lvl6pPr>
              <a:defRPr sz="1725" b="0">
                <a:solidFill>
                  <a:srgbClr val="52657D"/>
                </a:solidFill>
              </a:defRPr>
            </a:lvl6pPr>
            <a:lvl7pPr>
              <a:defRPr sz="1725" b="0">
                <a:solidFill>
                  <a:srgbClr val="52657D"/>
                </a:solidFill>
              </a:defRPr>
            </a:lvl7pPr>
            <a:lvl8pPr>
              <a:defRPr sz="1725" b="0">
                <a:solidFill>
                  <a:srgbClr val="52657D"/>
                </a:solidFill>
              </a:defRPr>
            </a:lvl8pPr>
            <a:lvl9pPr>
              <a:defRPr sz="1725" b="0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57D"/>
                </a:solidFill>
              </a:defRPr>
            </a:pPr>
            <a:r>
              <a:rPr sz="1725" b="0">
                <a:solidFill>
                  <a:srgbClr val="52657D"/>
                </a:solidFill>
              </a:rPr>
              <a:t>Три сценария реализованы и имеют успешные облачные результаты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CE3BC-CF9A-43FD-9A50-F3F21E8C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F79"/>
                </a:solidFill>
              </a:defRPr>
            </a:defPPr>
            <a:lvl1pPr>
              <a:defRPr sz="2025" b="1">
                <a:solidFill>
                  <a:srgbClr val="006F79"/>
                </a:solidFill>
              </a:defRPr>
            </a:lvl1pPr>
            <a:lvl2pPr>
              <a:defRPr sz="2025" b="1">
                <a:solidFill>
                  <a:srgbClr val="006F79"/>
                </a:solidFill>
              </a:defRPr>
            </a:lvl2pPr>
            <a:lvl3pPr>
              <a:defRPr sz="2025" b="1">
                <a:solidFill>
                  <a:srgbClr val="006F79"/>
                </a:solidFill>
              </a:defRPr>
            </a:lvl3pPr>
            <a:lvl4pPr>
              <a:defRPr sz="2025" b="1">
                <a:solidFill>
                  <a:srgbClr val="006F79"/>
                </a:solidFill>
              </a:defRPr>
            </a:lvl4pPr>
            <a:lvl5pPr>
              <a:defRPr sz="2025" b="1">
                <a:solidFill>
                  <a:srgbClr val="006F79"/>
                </a:solidFill>
              </a:defRPr>
            </a:lvl5pPr>
            <a:lvl6pPr>
              <a:defRPr sz="2025" b="1">
                <a:solidFill>
                  <a:srgbClr val="006F79"/>
                </a:solidFill>
              </a:defRPr>
            </a:lvl6pPr>
            <a:lvl7pPr>
              <a:defRPr sz="2025" b="1">
                <a:solidFill>
                  <a:srgbClr val="006F79"/>
                </a:solidFill>
              </a:defRPr>
            </a:lvl7pPr>
            <a:lvl8pPr>
              <a:defRPr sz="2025" b="1">
                <a:solidFill>
                  <a:srgbClr val="006F79"/>
                </a:solidFill>
              </a:defRPr>
            </a:lvl8pPr>
            <a:lvl9pPr>
              <a:defRPr sz="2025" b="1">
                <a:solidFill>
                  <a:srgbClr val="006F79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F79"/>
                </a:solidFill>
              </a:defRPr>
            </a:pPr>
            <a:r>
              <a:rPr sz="2025" b="1">
                <a:solidFill>
                  <a:srgbClr val="006F79"/>
                </a:solidFill>
              </a:rPr>
              <a:t>Покрытие требований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1F740-C537-4304-A7DB-61457028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523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24A"/>
                </a:solidFill>
              </a:defRPr>
            </a:defPPr>
            <a:lvl1pPr>
              <a:defRPr sz="1875" b="0">
                <a:solidFill>
                  <a:srgbClr val="21324A"/>
                </a:solidFill>
              </a:defRPr>
            </a:lvl1pPr>
            <a:lvl2pPr>
              <a:defRPr sz="1875" b="0">
                <a:solidFill>
                  <a:srgbClr val="21324A"/>
                </a:solidFill>
              </a:defRPr>
            </a:lvl2pPr>
            <a:lvl3pPr>
              <a:defRPr sz="1875" b="0">
                <a:solidFill>
                  <a:srgbClr val="21324A"/>
                </a:solidFill>
              </a:defRPr>
            </a:lvl3pPr>
            <a:lvl4pPr>
              <a:defRPr sz="1875" b="0">
                <a:solidFill>
                  <a:srgbClr val="21324A"/>
                </a:solidFill>
              </a:defRPr>
            </a:lvl4pPr>
            <a:lvl5pPr>
              <a:defRPr sz="1875" b="0">
                <a:solidFill>
                  <a:srgbClr val="21324A"/>
                </a:solidFill>
              </a:defRPr>
            </a:lvl5pPr>
            <a:lvl6pPr>
              <a:defRPr sz="1875" b="0">
                <a:solidFill>
                  <a:srgbClr val="21324A"/>
                </a:solidFill>
              </a:defRPr>
            </a:lvl6pPr>
            <a:lvl7pPr>
              <a:defRPr sz="1875" b="0">
                <a:solidFill>
                  <a:srgbClr val="21324A"/>
                </a:solidFill>
              </a:defRPr>
            </a:lvl7pPr>
            <a:lvl8pPr>
              <a:defRPr sz="1875" b="0">
                <a:solidFill>
                  <a:srgbClr val="21324A"/>
                </a:solidFill>
              </a:defRPr>
            </a:lvl8pPr>
            <a:lvl9pPr>
              <a:defRPr sz="1875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Products: весь каталог в ожидаемом порядке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Drawing: рисунок появился и исчез после Clear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Rotation: смена ориентации и рабочий UI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iPhone 15 Pro: 3/3, iOS 17.2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iPhone 17: 3/3, iOS 26.5 / 26.6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iPhone 17 Pro Max: 3/3, iOS 26.2 / 26.6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CCEB5-AD55-4B91-BD25-4FEAE77A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573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6F79"/>
                </a:solidFill>
              </a:defRPr>
            </a:defPPr>
            <a:lvl1pPr>
              <a:defRPr sz="2025" b="1">
                <a:solidFill>
                  <a:srgbClr val="006F79"/>
                </a:solidFill>
              </a:defRPr>
            </a:lvl1pPr>
            <a:lvl2pPr>
              <a:defRPr sz="2025" b="1">
                <a:solidFill>
                  <a:srgbClr val="006F79"/>
                </a:solidFill>
              </a:defRPr>
            </a:lvl2pPr>
            <a:lvl3pPr>
              <a:defRPr sz="2025" b="1">
                <a:solidFill>
                  <a:srgbClr val="006F79"/>
                </a:solidFill>
              </a:defRPr>
            </a:lvl3pPr>
            <a:lvl4pPr>
              <a:defRPr sz="2025" b="1">
                <a:solidFill>
                  <a:srgbClr val="006F79"/>
                </a:solidFill>
              </a:defRPr>
            </a:lvl4pPr>
            <a:lvl5pPr>
              <a:defRPr sz="2025" b="1">
                <a:solidFill>
                  <a:srgbClr val="006F79"/>
                </a:solidFill>
              </a:defRPr>
            </a:lvl5pPr>
            <a:lvl6pPr>
              <a:defRPr sz="2025" b="1">
                <a:solidFill>
                  <a:srgbClr val="006F79"/>
                </a:solidFill>
              </a:defRPr>
            </a:lvl6pPr>
            <a:lvl7pPr>
              <a:defRPr sz="2025" b="1">
                <a:solidFill>
                  <a:srgbClr val="006F79"/>
                </a:solidFill>
              </a:defRPr>
            </a:lvl7pPr>
            <a:lvl8pPr>
              <a:defRPr sz="2025" b="1">
                <a:solidFill>
                  <a:srgbClr val="006F79"/>
                </a:solidFill>
              </a:defRPr>
            </a:lvl8pPr>
            <a:lvl9pPr>
              <a:defRPr sz="2025" b="1">
                <a:solidFill>
                  <a:srgbClr val="006F79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6F79"/>
                </a:solidFill>
              </a:defRPr>
            </a:pPr>
            <a:r>
              <a:rPr sz="2025" b="1">
                <a:solidFill>
                  <a:srgbClr val="006F79"/>
                </a:solidFill>
              </a:rPr>
              <a:t>Границы и сдача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F0BEF-AC60-441A-AFCD-CBAD4377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28875"/>
            <a:ext cx="5238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1324A"/>
                </a:solidFill>
              </a:defRPr>
            </a:defPPr>
            <a:lvl1pPr>
              <a:defRPr sz="1875" b="0">
                <a:solidFill>
                  <a:srgbClr val="21324A"/>
                </a:solidFill>
              </a:defRPr>
            </a:lvl1pPr>
            <a:lvl2pPr>
              <a:defRPr sz="1875" b="0">
                <a:solidFill>
                  <a:srgbClr val="21324A"/>
                </a:solidFill>
              </a:defRPr>
            </a:lvl2pPr>
            <a:lvl3pPr>
              <a:defRPr sz="1875" b="0">
                <a:solidFill>
                  <a:srgbClr val="21324A"/>
                </a:solidFill>
              </a:defRPr>
            </a:lvl3pPr>
            <a:lvl4pPr>
              <a:defRPr sz="1875" b="0">
                <a:solidFill>
                  <a:srgbClr val="21324A"/>
                </a:solidFill>
              </a:defRPr>
            </a:lvl4pPr>
            <a:lvl5pPr>
              <a:defRPr sz="1875" b="0">
                <a:solidFill>
                  <a:srgbClr val="21324A"/>
                </a:solidFill>
              </a:defRPr>
            </a:lvl5pPr>
            <a:lvl6pPr>
              <a:defRPr sz="1875" b="0">
                <a:solidFill>
                  <a:srgbClr val="21324A"/>
                </a:solidFill>
              </a:defRPr>
            </a:lvl6pPr>
            <a:lvl7pPr>
              <a:defRPr sz="1875" b="0">
                <a:solidFill>
                  <a:srgbClr val="21324A"/>
                </a:solidFill>
              </a:defRPr>
            </a:lvl7pPr>
            <a:lvl8pPr>
              <a:defRPr sz="1875" b="0">
                <a:solidFill>
                  <a:srgbClr val="21324A"/>
                </a:solidFill>
              </a:defRPr>
            </a:lvl8pPr>
            <a:lvl9pPr>
              <a:defRPr sz="1875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Rotation проверяет основные элементы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и взаимодействие, но не все визуальные дефекты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BrowserStack назначал разные patch-версии iOS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Результаты получены в нескольких запусках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README и ссылки на видео готовы</a:t>
            </a:r>
          </a:p>
          <a:p xmlns:a="http://schemas.openxmlformats.org/drawingml/2006/main">
            <a:pPr>
              <a:defRPr sz="1875" b="0">
                <a:solidFill>
                  <a:srgbClr val="21324A"/>
                </a:solidFill>
              </a:defRPr>
            </a:pPr>
            <a:r>
              <a:rPr sz="1875" b="0">
                <a:solidFill>
                  <a:srgbClr val="21324A"/>
                </a:solidFill>
              </a:rPr>
              <a:t>Публикация GitHub и доступ к видео требуют завершения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6332F-E76E-4ADD-9F5D-16D14A23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57D"/>
                </a:solidFill>
              </a:defRPr>
            </a:defPPr>
            <a:lvl1pPr>
              <a:defRPr sz="1350" b="0">
                <a:solidFill>
                  <a:srgbClr val="52657D"/>
                </a:solidFill>
              </a:defRPr>
            </a:lvl1pPr>
            <a:lvl2pPr>
              <a:defRPr sz="1350" b="0">
                <a:solidFill>
                  <a:srgbClr val="52657D"/>
                </a:solidFill>
              </a:defRPr>
            </a:lvl2pPr>
            <a:lvl3pPr>
              <a:defRPr sz="1350" b="0">
                <a:solidFill>
                  <a:srgbClr val="52657D"/>
                </a:solidFill>
              </a:defRPr>
            </a:lvl3pPr>
            <a:lvl4pPr>
              <a:defRPr sz="1350" b="0">
                <a:solidFill>
                  <a:srgbClr val="52657D"/>
                </a:solidFill>
              </a:defRPr>
            </a:lvl4pPr>
            <a:lvl5pPr>
              <a:defRPr sz="1350" b="0">
                <a:solidFill>
                  <a:srgbClr val="52657D"/>
                </a:solidFill>
              </a:defRPr>
            </a:lvl5pPr>
            <a:lvl6pPr>
              <a:defRPr sz="1350" b="0">
                <a:solidFill>
                  <a:srgbClr val="52657D"/>
                </a:solidFill>
              </a:defRPr>
            </a:lvl6pPr>
            <a:lvl7pPr>
              <a:defRPr sz="1350" b="0">
                <a:solidFill>
                  <a:srgbClr val="52657D"/>
                </a:solidFill>
              </a:defRPr>
            </a:lvl7pPr>
            <a:lvl8pPr>
              <a:defRPr sz="1350" b="0">
                <a:solidFill>
                  <a:srgbClr val="52657D"/>
                </a:solidFill>
              </a:defRPr>
            </a:lvl8pPr>
            <a:lvl9pPr>
              <a:defRPr sz="1350" b="0">
                <a:solidFill>
                  <a:srgbClr val="52657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57D"/>
                </a:solidFill>
              </a:defRPr>
            </a:pPr>
            <a:r>
              <a:rPr sz="1350" b="0">
                <a:solidFill>
                  <a:srgbClr val="52657D"/>
                </a:solidFill>
              </a:rPr>
              <a:t>Подробные сессии и записи: docs/BROWSERSTACK_RESULTS_RU.md. Новые тестовые запуски не выполнялись.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BB23E-FEB7-4B63-8C5B-AB0730DA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388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1324A"/>
                </a:solidFill>
              </a:defRPr>
            </a:defPPr>
            <a:lvl1pPr>
              <a:defRPr sz="1350" b="0">
                <a:solidFill>
                  <a:srgbClr val="21324A"/>
                </a:solidFill>
              </a:defRPr>
            </a:lvl1pPr>
            <a:lvl2pPr>
              <a:defRPr sz="1350" b="0">
                <a:solidFill>
                  <a:srgbClr val="21324A"/>
                </a:solidFill>
              </a:defRPr>
            </a:lvl2pPr>
            <a:lvl3pPr>
              <a:defRPr sz="1350" b="0">
                <a:solidFill>
                  <a:srgbClr val="21324A"/>
                </a:solidFill>
              </a:defRPr>
            </a:lvl3pPr>
            <a:lvl4pPr>
              <a:defRPr sz="1350" b="0">
                <a:solidFill>
                  <a:srgbClr val="21324A"/>
                </a:solidFill>
              </a:defRPr>
            </a:lvl4pPr>
            <a:lvl5pPr>
              <a:defRPr sz="1350" b="0">
                <a:solidFill>
                  <a:srgbClr val="21324A"/>
                </a:solidFill>
              </a:defRPr>
            </a:lvl5pPr>
            <a:lvl6pPr>
              <a:defRPr sz="1350" b="0">
                <a:solidFill>
                  <a:srgbClr val="21324A"/>
                </a:solidFill>
              </a:defRPr>
            </a:lvl6pPr>
            <a:lvl7pPr>
              <a:defRPr sz="1350" b="0">
                <a:solidFill>
                  <a:srgbClr val="21324A"/>
                </a:solidFill>
              </a:defRPr>
            </a:lvl7pPr>
            <a:lvl8pPr>
              <a:defRPr sz="1350" b="0">
                <a:solidFill>
                  <a:srgbClr val="21324A"/>
                </a:solidFill>
              </a:defRPr>
            </a:lvl8pPr>
            <a:lvl9pPr>
              <a:defRPr sz="1350" b="0">
                <a:solidFill>
                  <a:srgbClr val="21324A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21324A"/>
                </a:solidFill>
              </a:defRPr>
            </a:pPr>
            <a:r>
              <a:rPr sz="1350" b="0">
                <a:solidFill>
                  <a:srgbClr val="21324A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7568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2026-10-23T12:13:00.0440000Z</dcterms:created>
  <dcterms:modified xsi:type="dcterms:W3CDTF">2026-10-23T12:13:00.0440000Z</dcterms:modified>
</coreProperties>
</file>